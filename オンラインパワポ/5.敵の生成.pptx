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878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807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981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7421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470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112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8228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717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442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310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8447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70CDB-38E0-4C12-A927-86B7AF108818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18DAE-783E-4F77-8212-3F6B933633A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404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敵の生成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73925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65100" y="177800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とりあえず、敵を追加する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99" y="1338034"/>
            <a:ext cx="6993246" cy="5180741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65099" y="878051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octrock.h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9784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65099" y="166851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octrock.cpp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r="33085" b="38969"/>
          <a:stretch/>
        </p:blipFill>
        <p:spPr>
          <a:xfrm>
            <a:off x="320216" y="717101"/>
            <a:ext cx="6303868" cy="5632900"/>
          </a:xfrm>
          <a:prstGeom prst="rect">
            <a:avLst/>
          </a:prstGeom>
        </p:spPr>
      </p:pic>
      <p:sp>
        <p:nvSpPr>
          <p:cNvPr id="2" name="正方形/長方形 1"/>
          <p:cNvSpPr/>
          <p:nvPr/>
        </p:nvSpPr>
        <p:spPr>
          <a:xfrm>
            <a:off x="2721935" y="2254102"/>
            <a:ext cx="3381153" cy="2870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119289" y="2629050"/>
            <a:ext cx="46057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プレイヤーと同じ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ように敵の画像を読み込み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95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65099" y="166851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octrock.cpp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t="61169"/>
          <a:stretch/>
        </p:blipFill>
        <p:spPr>
          <a:xfrm>
            <a:off x="165099" y="711200"/>
            <a:ext cx="9420684" cy="358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1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" y="177800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50543"/>
            <a:ext cx="7975600" cy="5990722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152400" y="2260600"/>
            <a:ext cx="26416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635000" y="5448300"/>
            <a:ext cx="7137400" cy="93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407399" y="6018768"/>
            <a:ext cx="3575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実行をして敵が出現する事を確認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740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430B75-3057-451C-8805-E3C525C54F1E}"/>
</file>

<file path=customXml/itemProps2.xml><?xml version="1.0" encoding="utf-8"?>
<ds:datastoreItem xmlns:ds="http://schemas.openxmlformats.org/officeDocument/2006/customXml" ds:itemID="{EE38A0F1-70B0-43AA-B0C9-415703FFD541}"/>
</file>

<file path=customXml/itemProps3.xml><?xml version="1.0" encoding="utf-8"?>
<ds:datastoreItem xmlns:ds="http://schemas.openxmlformats.org/officeDocument/2006/customXml" ds:itemID="{0E5C3A05-C98A-45B1-93B2-070CBD2FEB1C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</Words>
  <Application>Microsoft Office PowerPoint</Application>
  <PresentationFormat>ワイド画面</PresentationFormat>
  <Paragraphs>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BIZ UDPゴシック</vt:lpstr>
      <vt:lpstr>游ゴシック</vt:lpstr>
      <vt:lpstr>游ゴシック Light</vt:lpstr>
      <vt:lpstr>Arial</vt:lpstr>
      <vt:lpstr>Office テーマ</vt:lpstr>
      <vt:lpstr>敵の生成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敵の生成</dc:title>
  <dc:creator>脇坂慎也</dc:creator>
  <cp:lastModifiedBy>脇坂慎也</cp:lastModifiedBy>
  <cp:revision>4</cp:revision>
  <dcterms:created xsi:type="dcterms:W3CDTF">2026-08-24T07:36:14Z</dcterms:created>
  <dcterms:modified xsi:type="dcterms:W3CDTF">2026-09-07T03:06:34Z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
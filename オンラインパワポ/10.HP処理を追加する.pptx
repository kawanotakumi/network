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D274-8C29-4C17-9EFB-B6ED5382370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6563-B929-4C2A-80BF-8EA8111EE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2611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D274-8C29-4C17-9EFB-B6ED5382370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6563-B929-4C2A-80BF-8EA8111EE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0355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D274-8C29-4C17-9EFB-B6ED5382370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6563-B929-4C2A-80BF-8EA8111EE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497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D274-8C29-4C17-9EFB-B6ED5382370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6563-B929-4C2A-80BF-8EA8111EE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3734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D274-8C29-4C17-9EFB-B6ED5382370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6563-B929-4C2A-80BF-8EA8111EE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902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D274-8C29-4C17-9EFB-B6ED5382370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6563-B929-4C2A-80BF-8EA8111EE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8823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D274-8C29-4C17-9EFB-B6ED5382370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6563-B929-4C2A-80BF-8EA8111EE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4297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D274-8C29-4C17-9EFB-B6ED5382370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6563-B929-4C2A-80BF-8EA8111EE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6918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D274-8C29-4C17-9EFB-B6ED5382370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6563-B929-4C2A-80BF-8EA8111EE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0446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D274-8C29-4C17-9EFB-B6ED5382370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6563-B929-4C2A-80BF-8EA8111EE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3696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D274-8C29-4C17-9EFB-B6ED5382370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6563-B929-4C2A-80BF-8EA8111EE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0068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9D274-8C29-4C17-9EFB-B6ED53823709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E6563-B929-4C2A-80BF-8EA8111EE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0587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smtClean="0"/>
              <a:t>HP</a:t>
            </a:r>
            <a:r>
              <a:rPr lang="ja-JP" altLang="en-US" dirty="0"/>
              <a:t>処理</a:t>
            </a:r>
            <a:r>
              <a:rPr lang="ja-JP" altLang="en-US" dirty="0" smtClean="0"/>
              <a:t>を追加する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1736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92100" y="330200"/>
            <a:ext cx="38026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CDamageObj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クラスを拡張する。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このクラスに、体力機能を追加する。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1372870"/>
            <a:ext cx="6845715" cy="5233022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4978400" y="5359400"/>
            <a:ext cx="551465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無敵時間を設定できるように、無敵時間を用意する。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68182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791822"/>
            <a:ext cx="8128000" cy="5866395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292100" y="330200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CDamageObj.cpp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39026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92100" y="266699"/>
            <a:ext cx="2717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敵に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を持たせてみる。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1531745"/>
            <a:ext cx="4889500" cy="3613978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292100" y="1102785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敵のコンストラクタ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88959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636031"/>
            <a:ext cx="8534400" cy="4078845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292100" y="266699"/>
            <a:ext cx="2686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Action( )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に処理を追加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0084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1376124"/>
            <a:ext cx="7618734" cy="4643676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292100" y="266699"/>
            <a:ext cx="72042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CollisionUpDate.cpp</a:t>
            </a: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敵と剣の判定処理のノックバックをダメージ計算用関数に置き換える。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7661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28600" y="317499"/>
            <a:ext cx="1165575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このように、ダメージ等の処理を受け持つクラスとして分ける事で、処理全体が見やすく、改造もしやすくなる。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例えば、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無敵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時間も固定ではなく、変更したい場合は、</a:t>
            </a:r>
            <a:r>
              <a:rPr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CDamageObj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Damage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関数をオーバーライドして、引数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増やせば、武器によって無敵時間を変更したりすることもできる。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ノックバックの移動フレームについても、オーバライドして改造する事も可能。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87556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18011-11cc-488c-9be6-480b4eacdce1" xsi:nil="true"/>
    <lcf76f155ced4ddcb4097134ff3c332f xmlns="46e6a606-a55d-407f-80ff-05921be4728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0B2353B67B43842908B5E790F99ACAA" ma:contentTypeVersion="10" ma:contentTypeDescription="新しいドキュメントを作成します。" ma:contentTypeScope="" ma:versionID="0c793fabaaa39499dbb7fc1588a62011">
  <xsd:schema xmlns:xsd="http://www.w3.org/2001/XMLSchema" xmlns:xs="http://www.w3.org/2001/XMLSchema" xmlns:p="http://schemas.microsoft.com/office/2006/metadata/properties" xmlns:ns2="46e6a606-a55d-407f-80ff-05921be47282" xmlns:ns3="da918011-11cc-488c-9be6-480b4eacdce1" targetNamespace="http://schemas.microsoft.com/office/2006/metadata/properties" ma:root="true" ma:fieldsID="d107aeb88f85be8fc5a4006438786d90" ns2:_="" ns3:_="">
    <xsd:import namespace="46e6a606-a55d-407f-80ff-05921be47282"/>
    <xsd:import namespace="da918011-11cc-488c-9be6-480b4eacdc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6a606-a55d-407f-80ff-05921be472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03996ee2-cfb0-413c-86f6-256a65fd61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18011-11cc-488c-9be6-480b4eacdc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207242-549e-4445-8dd7-58d6b234bc56}" ma:internalName="TaxCatchAll" ma:showField="CatchAllData" ma:web="da918011-11cc-488c-9be6-480b4eacdc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C60B35-0DC7-43F8-9564-0D11EC3BE007}">
  <ds:schemaRefs>
    <ds:schemaRef ds:uri="9e3ebd4f-e898-4d0b-b98b-071f050f73ef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elements/1.1/"/>
    <ds:schemaRef ds:uri="97f1ef65-d714-425e-9aae-043eecdd287a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13B17A86-663C-4C5D-B197-9BDB1D0F46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1725F4-DE44-410E-97B6-67B2C90AF98B}"/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152</Words>
  <Application>Microsoft Office PowerPoint</Application>
  <PresentationFormat>ワイド画面</PresentationFormat>
  <Paragraphs>18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BIZ UDPゴシック</vt:lpstr>
      <vt:lpstr>游ゴシック</vt:lpstr>
      <vt:lpstr>游ゴシック Light</vt:lpstr>
      <vt:lpstr>Arial</vt:lpstr>
      <vt:lpstr>Office テーマ</vt:lpstr>
      <vt:lpstr>HP処理を追加する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HPを処理する</dc:title>
  <dc:creator>脇坂慎也</dc:creator>
  <cp:lastModifiedBy>脇坂慎也</cp:lastModifiedBy>
  <cp:revision>3</cp:revision>
  <dcterms:created xsi:type="dcterms:W3CDTF">2026-09-08T00:03:39Z</dcterms:created>
  <dcterms:modified xsi:type="dcterms:W3CDTF">2026-09-08T00:18:02Z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0x01010010B2353B67B43842908B5E790F99ACAA</vt:lpwstr>
  </property>
</Properties>
</file>
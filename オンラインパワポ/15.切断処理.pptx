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4" autoAdjust="0"/>
    <p:restoredTop sz="94660"/>
  </p:normalViewPr>
  <p:slideViewPr>
    <p:cSldViewPr snapToGrid="0">
      <p:cViewPr varScale="1">
        <p:scale>
          <a:sx n="77" d="100"/>
          <a:sy n="77" d="100"/>
        </p:scale>
        <p:origin x="126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249B3-63E3-45BF-B6B1-D688AECF4864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ED8FB-97D2-45B0-931E-EDD641AA8B9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84162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249B3-63E3-45BF-B6B1-D688AECF4864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ED8FB-97D2-45B0-931E-EDD641AA8B9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83748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249B3-63E3-45BF-B6B1-D688AECF4864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ED8FB-97D2-45B0-931E-EDD641AA8B9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07146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249B3-63E3-45BF-B6B1-D688AECF4864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ED8FB-97D2-45B0-931E-EDD641AA8B9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93718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249B3-63E3-45BF-B6B1-D688AECF4864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ED8FB-97D2-45B0-931E-EDD641AA8B9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4772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249B3-63E3-45BF-B6B1-D688AECF4864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ED8FB-97D2-45B0-931E-EDD641AA8B9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8961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249B3-63E3-45BF-B6B1-D688AECF4864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ED8FB-97D2-45B0-931E-EDD641AA8B9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7121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249B3-63E3-45BF-B6B1-D688AECF4864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ED8FB-97D2-45B0-931E-EDD641AA8B9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16973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249B3-63E3-45BF-B6B1-D688AECF4864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ED8FB-97D2-45B0-931E-EDD641AA8B9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35802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249B3-63E3-45BF-B6B1-D688AECF4864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ED8FB-97D2-45B0-931E-EDD641AA8B9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70425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249B3-63E3-45BF-B6B1-D688AECF4864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ED8FB-97D2-45B0-931E-EDD641AA8B9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91836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9249B3-63E3-45BF-B6B1-D688AECF4864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ED8FB-97D2-45B0-931E-EDD641AA8B9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24572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切断処理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8064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59026" y="159026"/>
            <a:ext cx="4532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クライアントの切断がなくなった場合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の処理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03610" y="794913"/>
            <a:ext cx="774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切断した場合、サーバーのプレイヤー情報から、情報を削除する必要がある。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10819" y="1758647"/>
            <a:ext cx="3558988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処理の流れ</a:t>
            </a:r>
            <a:r>
              <a:rPr lang="en-US" altLang="ja-JP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endParaRPr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　切断を検出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	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　接続状態を変更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	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　プレイヤーキャラクターを削除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	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④　他のクライアントに通知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	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⑤　スロットを開放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92232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210804" y="134600"/>
            <a:ext cx="421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接続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状態の変数をプレイヤー情報に追加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10804" y="607871"/>
            <a:ext cx="1803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objID.h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10804" y="3112449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NetData.h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04" y="1081142"/>
            <a:ext cx="4347944" cy="1926304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03" y="3584656"/>
            <a:ext cx="7329683" cy="290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794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210804" y="238539"/>
            <a:ext cx="217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サーバクラスに追加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04" y="853757"/>
            <a:ext cx="7170657" cy="3481405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210804" y="4646444"/>
            <a:ext cx="6338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LostPlayer( )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：　切断したネットワークハンドルを取得する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10804" y="5493403"/>
            <a:ext cx="10405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ReleasePlayer( )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：　切断したネットワークハンドルの対象となる、プレイヤー情報スロットを初期化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7559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210804" y="238539"/>
            <a:ext cx="28729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クライアントの切断チェック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LostPlayer( )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10804" y="1199321"/>
            <a:ext cx="2214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server.cpp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04" y="1568653"/>
            <a:ext cx="8681405" cy="472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26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210804" y="238539"/>
            <a:ext cx="36070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切断したプレイヤーのスロット開放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ReleasePlayer( )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10804" y="1172818"/>
            <a:ext cx="2214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server.cpp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04" y="1542150"/>
            <a:ext cx="10174620" cy="472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035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10804" y="414551"/>
            <a:ext cx="5500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追加した関数を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CGame::UpDate( )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で呼び出し　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 rotWithShape="1">
          <a:blip r:embed="rId2"/>
          <a:srcRect t="7889" b="12555"/>
          <a:stretch/>
        </p:blipFill>
        <p:spPr>
          <a:xfrm>
            <a:off x="210804" y="1126435"/>
            <a:ext cx="6196208" cy="2623996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04" y="4066204"/>
            <a:ext cx="6248896" cy="2255083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6459700" y="1699769"/>
            <a:ext cx="579036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それぞれ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の呼び出すタイミングは、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データ受信チェックの後に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『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切断チェック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』</a:t>
            </a: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全ての処理が終了したタイミングで、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『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スロット開放処理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』</a:t>
            </a:r>
          </a:p>
        </p:txBody>
      </p:sp>
    </p:spTree>
    <p:extLst>
      <p:ext uri="{BB962C8B-B14F-4D97-AF65-F5344CB8AC3E}">
        <p14:creationId xmlns:p14="http://schemas.microsoft.com/office/powerpoint/2010/main" val="301723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39" y="1232695"/>
            <a:ext cx="10319984" cy="3657357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210804" y="414551"/>
            <a:ext cx="5181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切断されたら、接続しているプレイヤーを削除する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CNetPlayer::Action( ) 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に処理を追加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41110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0B2353B67B43842908B5E790F99ACAA" ma:contentTypeVersion="10" ma:contentTypeDescription="新しいドキュメントを作成します。" ma:contentTypeScope="" ma:versionID="0c793fabaaa39499dbb7fc1588a62011">
  <xsd:schema xmlns:xsd="http://www.w3.org/2001/XMLSchema" xmlns:xs="http://www.w3.org/2001/XMLSchema" xmlns:p="http://schemas.microsoft.com/office/2006/metadata/properties" xmlns:ns2="46e6a606-a55d-407f-80ff-05921be47282" xmlns:ns3="da918011-11cc-488c-9be6-480b4eacdce1" targetNamespace="http://schemas.microsoft.com/office/2006/metadata/properties" ma:root="true" ma:fieldsID="d107aeb88f85be8fc5a4006438786d90" ns2:_="" ns3:_="">
    <xsd:import namespace="46e6a606-a55d-407f-80ff-05921be47282"/>
    <xsd:import namespace="da918011-11cc-488c-9be6-480b4eacdc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6a606-a55d-407f-80ff-05921be472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03996ee2-cfb0-413c-86f6-256a65fd61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18011-11cc-488c-9be6-480b4eacdc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207242-549e-4445-8dd7-58d6b234bc56}" ma:internalName="TaxCatchAll" ma:showField="CatchAllData" ma:web="da918011-11cc-488c-9be6-480b4eacdc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18011-11cc-488c-9be6-480b4eacdce1" xsi:nil="true"/>
    <lcf76f155ced4ddcb4097134ff3c332f xmlns="46e6a606-a55d-407f-80ff-05921be4728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96AFB45-A5B2-4E3B-A224-C73FDABDD36F}"/>
</file>

<file path=customXml/itemProps2.xml><?xml version="1.0" encoding="utf-8"?>
<ds:datastoreItem xmlns:ds="http://schemas.openxmlformats.org/officeDocument/2006/customXml" ds:itemID="{33629BB5-6075-4823-BD91-EB39FC39FA48}"/>
</file>

<file path=customXml/itemProps3.xml><?xml version="1.0" encoding="utf-8"?>
<ds:datastoreItem xmlns:ds="http://schemas.openxmlformats.org/officeDocument/2006/customXml" ds:itemID="{74E06231-E729-4340-AEB0-F6C09367A3DA}"/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202</Words>
  <Application>Microsoft Office PowerPoint</Application>
  <PresentationFormat>ワイド画面</PresentationFormat>
  <Paragraphs>40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BIZ UDPゴシック</vt:lpstr>
      <vt:lpstr>游ゴシック</vt:lpstr>
      <vt:lpstr>游ゴシック Light</vt:lpstr>
      <vt:lpstr>Arial</vt:lpstr>
      <vt:lpstr>Office テーマ</vt:lpstr>
      <vt:lpstr>切断処理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切断処理</dc:title>
  <dc:creator>event</dc:creator>
  <cp:lastModifiedBy>脇坂慎也</cp:lastModifiedBy>
  <cp:revision>8</cp:revision>
  <dcterms:created xsi:type="dcterms:W3CDTF">2026-09-02T01:45:26Z</dcterms:created>
  <dcterms:modified xsi:type="dcterms:W3CDTF">2026-09-08T00:21:15Z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0x01010010B2353B67B43842908B5E790F99ACAA</vt:lpwstr>
  </property>
</Properties>
</file>
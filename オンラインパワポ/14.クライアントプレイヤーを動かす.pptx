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69" autoAdjust="0"/>
    <p:restoredTop sz="94660"/>
  </p:normalViewPr>
  <p:slideViewPr>
    <p:cSldViewPr snapToGrid="0">
      <p:cViewPr varScale="1">
        <p:scale>
          <a:sx n="84" d="100"/>
          <a:sy n="84" d="100"/>
        </p:scale>
        <p:origin x="90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0A9D-686C-4799-B994-26ABBC9150CD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434C-CDEC-419B-8938-26D99D42A63E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59115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0A9D-686C-4799-B994-26ABBC9150CD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434C-CDEC-419B-8938-26D99D42A63E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197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0A9D-686C-4799-B994-26ABBC9150CD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434C-CDEC-419B-8938-26D99D42A63E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38022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0A9D-686C-4799-B994-26ABBC9150CD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434C-CDEC-419B-8938-26D99D42A63E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66180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0A9D-686C-4799-B994-26ABBC9150CD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434C-CDEC-419B-8938-26D99D42A63E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2013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0A9D-686C-4799-B994-26ABBC9150CD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434C-CDEC-419B-8938-26D99D42A63E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9031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0A9D-686C-4799-B994-26ABBC9150CD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434C-CDEC-419B-8938-26D99D42A63E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12739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0A9D-686C-4799-B994-26ABBC9150CD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434C-CDEC-419B-8938-26D99D42A63E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54749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0A9D-686C-4799-B994-26ABBC9150CD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434C-CDEC-419B-8938-26D99D42A63E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68881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0A9D-686C-4799-B994-26ABBC9150CD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434C-CDEC-419B-8938-26D99D42A63E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16102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0A9D-686C-4799-B994-26ABBC9150CD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0434C-CDEC-419B-8938-26D99D42A63E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61925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00A9D-686C-4799-B994-26ABBC9150CD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0434C-CDEC-419B-8938-26D99D42A63E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89758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 smtClean="0"/>
              <a:t>クライアントプレイヤーを動かす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 smtClean="0"/>
              <a:t>サーバー側にクライアントのプレイヤーを作って同期させる。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580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91730" y="265470"/>
            <a:ext cx="7419019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複数のプレイヤー情報を扱えるように、接続中のプレイヤー情報を配列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化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接続して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きたプレイヤーを登録する関数を追加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053061" y="1771808"/>
            <a:ext cx="68675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番目は、サーバーのプレイヤーにして、１番以降は他のプレイヤー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の情報を登録する。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38211" y="1402476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server.h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11" y="1771808"/>
            <a:ext cx="4734586" cy="3572374"/>
          </a:xfrm>
          <a:prstGeom prst="rect">
            <a:avLst/>
          </a:prstGeom>
        </p:spPr>
      </p:pic>
      <p:sp>
        <p:nvSpPr>
          <p:cNvPr id="11" name="テキスト ボックス 10"/>
          <p:cNvSpPr txBox="1"/>
          <p:nvPr/>
        </p:nvSpPr>
        <p:spPr>
          <a:xfrm>
            <a:off x="5053061" y="4071985"/>
            <a:ext cx="5009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接続してきたネットワークハンドルを登録する。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10595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91730" y="265470"/>
            <a:ext cx="6194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サーバーに接続してきたプレイヤーの情報を更新する構造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536414" y="2130320"/>
            <a:ext cx="170271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CPlayerInfo</a:t>
            </a:r>
          </a:p>
          <a:p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netHandle</a:t>
            </a:r>
          </a:p>
          <a:p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playerData</a:t>
            </a:r>
          </a:p>
        </p:txBody>
      </p:sp>
      <p:cxnSp>
        <p:nvCxnSpPr>
          <p:cNvPr id="9" name="直線コネクタ 8"/>
          <p:cNvCxnSpPr/>
          <p:nvPr/>
        </p:nvCxnSpPr>
        <p:spPr>
          <a:xfrm>
            <a:off x="3536414" y="2594333"/>
            <a:ext cx="170271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450751" y="2130320"/>
            <a:ext cx="1592103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PlayerData</a:t>
            </a:r>
          </a:p>
          <a:p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Point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1" name="直線コネクタ 10"/>
          <p:cNvCxnSpPr>
            <a:endCxn id="10" idx="3"/>
          </p:cNvCxnSpPr>
          <p:nvPr/>
        </p:nvCxnSpPr>
        <p:spPr>
          <a:xfrm flipV="1">
            <a:off x="450751" y="2591985"/>
            <a:ext cx="1592103" cy="23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6144552" y="1836039"/>
            <a:ext cx="2117887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CServer</a:t>
            </a:r>
          </a:p>
          <a:p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CPlayerInfo</a:t>
            </a:r>
          </a:p>
          <a:p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Accept( )</a:t>
            </a:r>
          </a:p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New_Receive( )</a:t>
            </a:r>
          </a:p>
          <a:p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Receive( )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4" name="直線コネクタ 13"/>
          <p:cNvCxnSpPr/>
          <p:nvPr/>
        </p:nvCxnSpPr>
        <p:spPr>
          <a:xfrm>
            <a:off x="6144552" y="2300052"/>
            <a:ext cx="211788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3610152" y="3794662"/>
            <a:ext cx="1628972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CNetPlayer</a:t>
            </a:r>
          </a:p>
          <a:p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PlayerData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7" name="直線コネクタ 16"/>
          <p:cNvCxnSpPr>
            <a:endCxn id="16" idx="3"/>
          </p:cNvCxnSpPr>
          <p:nvPr/>
        </p:nvCxnSpPr>
        <p:spPr>
          <a:xfrm>
            <a:off x="3610152" y="4253979"/>
            <a:ext cx="1628972" cy="23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矢印コネクタ 19"/>
          <p:cNvCxnSpPr/>
          <p:nvPr/>
        </p:nvCxnSpPr>
        <p:spPr>
          <a:xfrm>
            <a:off x="2079662" y="2409568"/>
            <a:ext cx="1437215" cy="8031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/>
          <p:cNvCxnSpPr/>
          <p:nvPr/>
        </p:nvCxnSpPr>
        <p:spPr>
          <a:xfrm>
            <a:off x="5239124" y="2300052"/>
            <a:ext cx="905428" cy="2942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/>
          <p:cNvSpPr txBox="1"/>
          <p:nvPr/>
        </p:nvSpPr>
        <p:spPr>
          <a:xfrm>
            <a:off x="9509709" y="2591985"/>
            <a:ext cx="14302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CClient</a:t>
            </a: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CNetData</a:t>
            </a:r>
          </a:p>
        </p:txBody>
      </p:sp>
      <p:cxnSp>
        <p:nvCxnSpPr>
          <p:cNvPr id="26" name="直線コネクタ 25"/>
          <p:cNvCxnSpPr>
            <a:endCxn id="25" idx="3"/>
          </p:cNvCxnSpPr>
          <p:nvPr/>
        </p:nvCxnSpPr>
        <p:spPr>
          <a:xfrm flipV="1">
            <a:off x="9509709" y="3053650"/>
            <a:ext cx="1430200" cy="23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矢印コネクタ 28"/>
          <p:cNvCxnSpPr/>
          <p:nvPr/>
        </p:nvCxnSpPr>
        <p:spPr>
          <a:xfrm flipH="1">
            <a:off x="8262439" y="2866768"/>
            <a:ext cx="1247271" cy="8511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/>
          <p:cNvCxnSpPr/>
          <p:nvPr/>
        </p:nvCxnSpPr>
        <p:spPr>
          <a:xfrm>
            <a:off x="2079662" y="2409568"/>
            <a:ext cx="1530490" cy="21130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/>
          <p:cNvSpPr txBox="1"/>
          <p:nvPr/>
        </p:nvSpPr>
        <p:spPr>
          <a:xfrm>
            <a:off x="2511107" y="375569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参照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1488604" y="4906971"/>
            <a:ext cx="8406468" cy="923330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サーバーのクライアントプレイヤー情報は、プレイヤー情報を参照する事によって、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位置情報などを更新する。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60333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/>
        </p:nvSpPr>
        <p:spPr>
          <a:xfrm>
            <a:off x="191730" y="265470"/>
            <a:ext cx="17956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server.cp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</a:t>
            </a:r>
          </a:p>
          <a:p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接続処理を修正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25" y="1516196"/>
            <a:ext cx="5658640" cy="3238952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3000832" y="3704769"/>
            <a:ext cx="64633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削除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2565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98861" y="376681"/>
            <a:ext cx="3291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net_player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を更新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80" y="947244"/>
            <a:ext cx="6137824" cy="4465015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6629640" y="1157309"/>
            <a:ext cx="53335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オブジェクトを生成する時に、プレイヤー情報の参照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するデータを受け取る。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772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50580" y="327791"/>
            <a:ext cx="102803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新しい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接続処理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新しい接続があった場合、プレイヤー情報を作成し、クライアントプレイヤーのオブジェクトを生成する。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その時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に、参照するデータをコンストラクタに渡す。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50580" y="2178909"/>
            <a:ext cx="4753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サーバー側 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game::Update( )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の接続処理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84" y="2649491"/>
            <a:ext cx="7273867" cy="15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336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/>
          <p:cNvSpPr txBox="1"/>
          <p:nvPr/>
        </p:nvSpPr>
        <p:spPr>
          <a:xfrm>
            <a:off x="125866" y="275931"/>
            <a:ext cx="2675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server.cpp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に処理追加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70" y="699322"/>
            <a:ext cx="10608074" cy="4280451"/>
          </a:xfrm>
          <a:prstGeom prst="rect">
            <a:avLst/>
          </a:prstGeom>
        </p:spPr>
      </p:pic>
      <p:cxnSp>
        <p:nvCxnSpPr>
          <p:cNvPr id="3" name="直線コネクタ 2"/>
          <p:cNvCxnSpPr/>
          <p:nvPr/>
        </p:nvCxnSpPr>
        <p:spPr>
          <a:xfrm>
            <a:off x="6993924" y="3904735"/>
            <a:ext cx="255784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633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/>
          <p:cNvSpPr txBox="1"/>
          <p:nvPr/>
        </p:nvSpPr>
        <p:spPr>
          <a:xfrm>
            <a:off x="125866" y="275931"/>
            <a:ext cx="3757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server.cpp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Receive( )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を更新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66" y="913976"/>
            <a:ext cx="10241981" cy="470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120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62937" y="140006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net_player</a:t>
            </a: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 rotWithShape="1">
          <a:blip r:embed="rId2"/>
          <a:srcRect b="23244"/>
          <a:stretch/>
        </p:blipFill>
        <p:spPr>
          <a:xfrm>
            <a:off x="162937" y="639865"/>
            <a:ext cx="7078122" cy="6028511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7469899" y="6271644"/>
            <a:ext cx="225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Draw( )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は変更なし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8193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87651" y="251216"/>
            <a:ext cx="5388013" cy="2099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ここまでで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、実行して確認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①サーバーとクライアントの接続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②サーバーにクライアントプレイヤー表示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③サーバーのクライアントプレイヤー同期（移動処理）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87651" y="2663761"/>
            <a:ext cx="9786653" cy="85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移動処理の修正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現在、３フレーム毎にデータを送信しているので、位置情報を補完して、滑らかに動くようにする。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51" y="3627640"/>
            <a:ext cx="7647739" cy="2385638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323573" y="6013278"/>
            <a:ext cx="490711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毎フレーム目的地との差２０％ずつ近づく処理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8209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0B2353B67B43842908B5E790F99ACAA" ma:contentTypeVersion="10" ma:contentTypeDescription="新しいドキュメントを作成します。" ma:contentTypeScope="" ma:versionID="0c793fabaaa39499dbb7fc1588a62011">
  <xsd:schema xmlns:xsd="http://www.w3.org/2001/XMLSchema" xmlns:xs="http://www.w3.org/2001/XMLSchema" xmlns:p="http://schemas.microsoft.com/office/2006/metadata/properties" xmlns:ns2="46e6a606-a55d-407f-80ff-05921be47282" xmlns:ns3="da918011-11cc-488c-9be6-480b4eacdce1" targetNamespace="http://schemas.microsoft.com/office/2006/metadata/properties" ma:root="true" ma:fieldsID="d107aeb88f85be8fc5a4006438786d90" ns2:_="" ns3:_="">
    <xsd:import namespace="46e6a606-a55d-407f-80ff-05921be47282"/>
    <xsd:import namespace="da918011-11cc-488c-9be6-480b4eacdc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6a606-a55d-407f-80ff-05921be472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03996ee2-cfb0-413c-86f6-256a65fd61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918011-11cc-488c-9be6-480b4eacdc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e207242-549e-4445-8dd7-58d6b234bc56}" ma:internalName="TaxCatchAll" ma:showField="CatchAllData" ma:web="da918011-11cc-488c-9be6-480b4eacdc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918011-11cc-488c-9be6-480b4eacdce1" xsi:nil="true"/>
    <lcf76f155ced4ddcb4097134ff3c332f xmlns="46e6a606-a55d-407f-80ff-05921be4728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1960A48-75F5-41C7-BB81-5B126697479A}"/>
</file>

<file path=customXml/itemProps2.xml><?xml version="1.0" encoding="utf-8"?>
<ds:datastoreItem xmlns:ds="http://schemas.openxmlformats.org/officeDocument/2006/customXml" ds:itemID="{3B448B81-0AA2-4A9E-BD07-EF2C22514DD9}"/>
</file>

<file path=customXml/itemProps3.xml><?xml version="1.0" encoding="utf-8"?>
<ds:datastoreItem xmlns:ds="http://schemas.openxmlformats.org/officeDocument/2006/customXml" ds:itemID="{82D118B4-B82D-41FD-AC4E-905231FF2E5F}"/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281</Words>
  <Application>Microsoft Office PowerPoint</Application>
  <PresentationFormat>ワイド画面</PresentationFormat>
  <Paragraphs>56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BIZ UDPゴシック</vt:lpstr>
      <vt:lpstr>游ゴシック</vt:lpstr>
      <vt:lpstr>游ゴシック Light</vt:lpstr>
      <vt:lpstr>Arial</vt:lpstr>
      <vt:lpstr>Office テーマ</vt:lpstr>
      <vt:lpstr>クライアントプレイヤーを動かす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クライアントプレイヤーを動かす</dc:title>
  <dc:creator>event</dc:creator>
  <cp:lastModifiedBy>脇坂慎也</cp:lastModifiedBy>
  <cp:revision>15</cp:revision>
  <dcterms:created xsi:type="dcterms:W3CDTF">2026-09-01T02:59:17Z</dcterms:created>
  <dcterms:modified xsi:type="dcterms:W3CDTF">2026-09-08T00:21:31Z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0x01010010B2353B67B43842908B5E790F99ACAA</vt:lpwstr>
  </property>
</Properties>
</file>
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revisionInfo.xml" ContentType="application/vnd.ms-powerpoint.revisioninfo+xml"/>
  <Override PartName="/ppt/changesInfos/changesInfo1.xml" ContentType="application/vnd.ms-powerpoint.changes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  <p:sldId id="258" r:id="rId7"/>
    <p:sldId id="264" r:id="rId8"/>
    <p:sldId id="265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07F666-0BEE-78F7-2E5D-75DB6677E611}" v="1" dt="2026-09-01T07:34:34.6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presProps" Target="presProps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脇坂慎也" userId="S::shinya_wakisaka@hiratagakuen.ac.jp::1e449faa-d3b9-4338-8d25-cac928b03bf0" providerId="AD" clId="Web-{F507F666-0BEE-78F7-2E5D-75DB6677E611}"/>
    <pc:docChg chg="delSld">
      <pc:chgData name="脇坂慎也" userId="S::shinya_wakisaka@hiratagakuen.ac.jp::1e449faa-d3b9-4338-8d25-cac928b03bf0" providerId="AD" clId="Web-{F507F666-0BEE-78F7-2E5D-75DB6677E611}" dt="2026-09-01T07:34:34.636" v="0"/>
      <pc:docMkLst>
        <pc:docMk/>
      </pc:docMkLst>
      <pc:sldChg chg="del">
        <pc:chgData name="脇坂慎也" userId="S::shinya_wakisaka@hiratagakuen.ac.jp::1e449faa-d3b9-4338-8d25-cac928b03bf0" providerId="AD" clId="Web-{F507F666-0BEE-78F7-2E5D-75DB6677E611}" dt="2026-09-01T07:34:34.636" v="0"/>
        <pc:sldMkLst>
          <pc:docMk/>
          <pc:sldMk cId="722699965" sldId="26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9207-C7A0-4D49-81CD-FAEDC0BC81F7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CA23E-13C6-4A72-949F-2C11D3274C71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58427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9207-C7A0-4D49-81CD-FAEDC0BC81F7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CA23E-13C6-4A72-949F-2C11D3274C71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77562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9207-C7A0-4D49-81CD-FAEDC0BC81F7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CA23E-13C6-4A72-949F-2C11D3274C71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810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9207-C7A0-4D49-81CD-FAEDC0BC81F7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CA23E-13C6-4A72-949F-2C11D3274C71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25566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9207-C7A0-4D49-81CD-FAEDC0BC81F7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CA23E-13C6-4A72-949F-2C11D3274C71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55237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9207-C7A0-4D49-81CD-FAEDC0BC81F7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CA23E-13C6-4A72-949F-2C11D3274C71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07832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9207-C7A0-4D49-81CD-FAEDC0BC81F7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CA23E-13C6-4A72-949F-2C11D3274C71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65724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9207-C7A0-4D49-81CD-FAEDC0BC81F7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CA23E-13C6-4A72-949F-2C11D3274C71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70080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9207-C7A0-4D49-81CD-FAEDC0BC81F7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CA23E-13C6-4A72-949F-2C11D3274C71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19023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9207-C7A0-4D49-81CD-FAEDC0BC81F7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CA23E-13C6-4A72-949F-2C11D3274C71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92723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69207-C7A0-4D49-81CD-FAEDC0BC81F7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CA23E-13C6-4A72-949F-2C11D3274C71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51903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69207-C7A0-4D49-81CD-FAEDC0BC81F7}" type="datetimeFigureOut">
              <a:rPr kumimoji="1" lang="ja-JP" altLang="en-US" smtClean="0"/>
              <a:t>2026/9/7</a:t>
            </a:fld>
            <a:endParaRPr kumimoji="1" lang="ja-JP" altLang="en-US" dirty="0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6CA23E-13C6-4A72-949F-2C11D3274C71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17659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800" dirty="0"/>
              <a:t>ダメージオブジェクトクラス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クラス化応用</a:t>
            </a:r>
          </a:p>
        </p:txBody>
      </p:sp>
    </p:spTree>
    <p:extLst>
      <p:ext uri="{BB962C8B-B14F-4D97-AF65-F5344CB8AC3E}">
        <p14:creationId xmlns:p14="http://schemas.microsoft.com/office/powerpoint/2010/main" val="2277554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52400" y="228600"/>
            <a:ext cx="11724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ダメージを受ける（ノックバック処理が発生する）オブジェクトについて、ノックバック処理をクラス化して継承させる。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152400" y="4876800"/>
            <a:ext cx="5120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『</a:t>
            </a:r>
            <a:r>
              <a:rPr lang="ja-JP" altLang="en-US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基本機能と、特定の役割を持つ機能を分離する</a:t>
            </a:r>
            <a:r>
              <a:rPr lang="en-US" altLang="ja-JP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』</a:t>
            </a: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152400" y="825500"/>
            <a:ext cx="11540339" cy="38650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BaseVector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に、ノックバック処理も入れもいい感じがするけど、それぞれの機能を考えると、分けても問題ない。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200000"/>
              </a:lnSpc>
            </a:pP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むしろ、全て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BaseVector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に何でも入れると、どんどん巨大な基底クラスになってしまう。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200000"/>
              </a:lnSpc>
            </a:pP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200000"/>
              </a:lnSpc>
            </a:pP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そこで、一部の機能を別なクラスとして定義する。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200000"/>
              </a:lnSpc>
            </a:pP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BaseVector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は「全オブジェクトが必要なモノ」だけを入れる。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200000"/>
              </a:lnSpc>
            </a:pP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HP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やダメージなど、一部のオブジェクトだけ必要な機能は別クラスに切り出す。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200000"/>
              </a:lnSpc>
            </a:pP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02211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/>
          <p:cNvSpPr txBox="1"/>
          <p:nvPr/>
        </p:nvSpPr>
        <p:spPr>
          <a:xfrm>
            <a:off x="266700" y="292100"/>
            <a:ext cx="6022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新しく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『</a:t>
            </a:r>
            <a:r>
              <a:rPr lang="en-US" altLang="ja-JP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damageObj.h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』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と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『</a:t>
            </a:r>
            <a:r>
              <a:rPr lang="en-US" altLang="ja-JP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damageObj.cpp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』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を作る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590455"/>
            <a:ext cx="8324706" cy="4416645"/>
          </a:xfrm>
          <a:prstGeom prst="rect">
            <a:avLst/>
          </a:prstGeom>
        </p:spPr>
      </p:pic>
      <p:sp>
        <p:nvSpPr>
          <p:cNvPr id="7" name="テキスト ボックス 6"/>
          <p:cNvSpPr txBox="1"/>
          <p:nvPr/>
        </p:nvSpPr>
        <p:spPr>
          <a:xfrm>
            <a:off x="266700" y="111907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damageObj.h</a:t>
            </a:r>
          </a:p>
        </p:txBody>
      </p:sp>
    </p:spTree>
    <p:extLst>
      <p:ext uri="{BB962C8B-B14F-4D97-AF65-F5344CB8AC3E}">
        <p14:creationId xmlns:p14="http://schemas.microsoft.com/office/powerpoint/2010/main" val="3657851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52400" y="228600"/>
            <a:ext cx="2175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damageObj.cpp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766592"/>
            <a:ext cx="7051273" cy="3399007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52400" y="4432300"/>
            <a:ext cx="65277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現在は、</a:t>
            </a:r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knockFrame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は、定義する時に１０で初期化している。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ここでも設定ができる。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4713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52400" y="0"/>
            <a:ext cx="2175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damageObj.cpp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369332"/>
            <a:ext cx="8305800" cy="6368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19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52400" y="228600"/>
            <a:ext cx="1213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player.h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52400" y="838200"/>
            <a:ext cx="781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player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クラスの継承をダメージオブジェクトクラス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(CDamageObj)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にする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6400800" y="1612900"/>
            <a:ext cx="5150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ここまでで、実行して動きに問題がないかチェック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6400800" y="2387600"/>
            <a:ext cx="5357557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knockVec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と 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knockFrame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は、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CDamageObj</a:t>
            </a:r>
          </a:p>
          <a:p>
            <a:pPr>
              <a:lnSpc>
                <a:spcPct val="150000"/>
              </a:lnSpc>
            </a:pP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クラスで定義しているので不要。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Player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クラスから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削除する。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11" name="図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75" y="1447799"/>
            <a:ext cx="5943925" cy="510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388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/>
          <p:cNvSpPr txBox="1"/>
          <p:nvPr/>
        </p:nvSpPr>
        <p:spPr>
          <a:xfrm>
            <a:off x="152400" y="228600"/>
            <a:ext cx="31325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CPlayer::Action( )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変更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772871"/>
            <a:ext cx="6363588" cy="3458058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>
            <a:off x="152399" y="4425434"/>
            <a:ext cx="3347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ノックバック処理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を書き換える。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71845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852207"/>
            <a:ext cx="6420746" cy="4010585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/>
        </p:nvSpPr>
        <p:spPr>
          <a:xfrm>
            <a:off x="152400" y="228600"/>
            <a:ext cx="2799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CollisionUpDate.cpp</a:t>
            </a:r>
            <a:endParaRPr lang="en-US" altLang="ja-JP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52400" y="5117067"/>
            <a:ext cx="6394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ここまででノックバックを処理分離完了。実行をして、動作</a:t>
            </a:r>
            <a:r>
              <a:rPr lang="ja-JP" altLang="en-US" dirty="0" smtClea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確認</a:t>
            </a:r>
            <a:endParaRPr lang="en-US" altLang="ja-JP" dirty="0" smtClea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8501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0B2353B67B43842908B5E790F99ACAA" ma:contentTypeVersion="10" ma:contentTypeDescription="新しいドキュメントを作成します。" ma:contentTypeScope="" ma:versionID="0c793fabaaa39499dbb7fc1588a62011">
  <xsd:schema xmlns:xsd="http://www.w3.org/2001/XMLSchema" xmlns:xs="http://www.w3.org/2001/XMLSchema" xmlns:p="http://schemas.microsoft.com/office/2006/metadata/properties" xmlns:ns2="46e6a606-a55d-407f-80ff-05921be47282" xmlns:ns3="da918011-11cc-488c-9be6-480b4eacdce1" targetNamespace="http://schemas.microsoft.com/office/2006/metadata/properties" ma:root="true" ma:fieldsID="d107aeb88f85be8fc5a4006438786d90" ns2:_="" ns3:_="">
    <xsd:import namespace="46e6a606-a55d-407f-80ff-05921be47282"/>
    <xsd:import namespace="da918011-11cc-488c-9be6-480b4eacdc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e6a606-a55d-407f-80ff-05921be472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03996ee2-cfb0-413c-86f6-256a65fd613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918011-11cc-488c-9be6-480b4eacdc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e207242-549e-4445-8dd7-58d6b234bc56}" ma:internalName="TaxCatchAll" ma:showField="CatchAllData" ma:web="da918011-11cc-488c-9be6-480b4eacdc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a918011-11cc-488c-9be6-480b4eacdce1" xsi:nil="true"/>
    <lcf76f155ced4ddcb4097134ff3c332f xmlns="46e6a606-a55d-407f-80ff-05921be4728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D733270-061D-4BEC-8722-6FE6690FBAB3}"/>
</file>

<file path=customXml/itemProps2.xml><?xml version="1.0" encoding="utf-8"?>
<ds:datastoreItem xmlns:ds="http://schemas.openxmlformats.org/officeDocument/2006/customXml" ds:itemID="{167C1C95-E500-4FAB-8AAA-31D390EA9BAC}"/>
</file>

<file path=customXml/itemProps3.xml><?xml version="1.0" encoding="utf-8"?>
<ds:datastoreItem xmlns:ds="http://schemas.openxmlformats.org/officeDocument/2006/customXml" ds:itemID="{DD6DD4B7-FD9C-4E77-A7A4-BF920D33D0A0}"/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239</Words>
  <Application>Microsoft Office PowerPoint</Application>
  <PresentationFormat>ワイド画面</PresentationFormat>
  <Paragraphs>27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3" baseType="lpstr">
      <vt:lpstr>BIZ UDPゴシック</vt:lpstr>
      <vt:lpstr>游ゴシック</vt:lpstr>
      <vt:lpstr>游ゴシック Light</vt:lpstr>
      <vt:lpstr>Arial</vt:lpstr>
      <vt:lpstr>Office テーマ</vt:lpstr>
      <vt:lpstr>ダメージオブジェクトクラス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ダメージオブジェクトクラス</dc:title>
  <dc:creator>脇坂慎也</dc:creator>
  <cp:lastModifiedBy>脇坂慎也</cp:lastModifiedBy>
  <cp:revision>11</cp:revision>
  <dcterms:created xsi:type="dcterms:W3CDTF">2026-08-27T02:19:33Z</dcterms:created>
  <dcterms:modified xsi:type="dcterms:W3CDTF">2026-09-07T08:07:09Z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0x01010010B2353B67B43842908B5E790F99ACAA</vt:lpwstr>
  </property>
</Properties>
</file>
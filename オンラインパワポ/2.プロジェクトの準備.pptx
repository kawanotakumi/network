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56" d="100"/>
          <a:sy n="56" d="100"/>
        </p:scale>
        <p:origin x="72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79F3-50D6-4ABD-AA09-067F27D66F33}" type="datetimeFigureOut">
              <a:rPr kumimoji="1" lang="ja-JP" altLang="en-US" smtClean="0"/>
              <a:t>2026/9/3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3D83-C6A9-46C8-953E-5217168E6C0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9339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79F3-50D6-4ABD-AA09-067F27D66F33}" type="datetimeFigureOut">
              <a:rPr kumimoji="1" lang="ja-JP" altLang="en-US" smtClean="0"/>
              <a:t>2026/9/3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3D83-C6A9-46C8-953E-5217168E6C0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91467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79F3-50D6-4ABD-AA09-067F27D66F33}" type="datetimeFigureOut">
              <a:rPr kumimoji="1" lang="ja-JP" altLang="en-US" smtClean="0"/>
              <a:t>2026/9/3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3D83-C6A9-46C8-953E-5217168E6C0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79163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79F3-50D6-4ABD-AA09-067F27D66F33}" type="datetimeFigureOut">
              <a:rPr kumimoji="1" lang="ja-JP" altLang="en-US" smtClean="0"/>
              <a:t>2026/9/3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3D83-C6A9-46C8-953E-5217168E6C0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9484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79F3-50D6-4ABD-AA09-067F27D66F33}" type="datetimeFigureOut">
              <a:rPr kumimoji="1" lang="ja-JP" altLang="en-US" smtClean="0"/>
              <a:t>2026/9/3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3D83-C6A9-46C8-953E-5217168E6C0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27953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79F3-50D6-4ABD-AA09-067F27D66F33}" type="datetimeFigureOut">
              <a:rPr kumimoji="1" lang="ja-JP" altLang="en-US" smtClean="0"/>
              <a:t>2026/9/3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3D83-C6A9-46C8-953E-5217168E6C0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80023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79F3-50D6-4ABD-AA09-067F27D66F33}" type="datetimeFigureOut">
              <a:rPr kumimoji="1" lang="ja-JP" altLang="en-US" smtClean="0"/>
              <a:t>2026/9/3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3D83-C6A9-46C8-953E-5217168E6C0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21857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79F3-50D6-4ABD-AA09-067F27D66F33}" type="datetimeFigureOut">
              <a:rPr kumimoji="1" lang="ja-JP" altLang="en-US" smtClean="0"/>
              <a:t>2026/9/3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3D83-C6A9-46C8-953E-5217168E6C0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72746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79F3-50D6-4ABD-AA09-067F27D66F33}" type="datetimeFigureOut">
              <a:rPr kumimoji="1" lang="ja-JP" altLang="en-US" smtClean="0"/>
              <a:t>2026/9/3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3D83-C6A9-46C8-953E-5217168E6C0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83976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79F3-50D6-4ABD-AA09-067F27D66F33}" type="datetimeFigureOut">
              <a:rPr kumimoji="1" lang="ja-JP" altLang="en-US" smtClean="0"/>
              <a:t>2026/9/3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3D83-C6A9-46C8-953E-5217168E6C0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58251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79F3-50D6-4ABD-AA09-067F27D66F33}" type="datetimeFigureOut">
              <a:rPr kumimoji="1" lang="ja-JP" altLang="en-US" smtClean="0"/>
              <a:t>2026/9/3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3D83-C6A9-46C8-953E-5217168E6C0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31121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C79F3-50D6-4ABD-AA09-067F27D66F33}" type="datetimeFigureOut">
              <a:rPr kumimoji="1" lang="ja-JP" altLang="en-US" smtClean="0"/>
              <a:t>2026/9/3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73D83-C6A9-46C8-953E-5217168E6C0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39481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プロジェクトの準備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この教材は、</a:t>
            </a:r>
            <a:r>
              <a:rPr lang="en-US" altLang="ja-JP" dirty="0" smtClean="0"/>
              <a:t>2</a:t>
            </a:r>
            <a:r>
              <a:rPr kumimoji="1" lang="en-US" altLang="ja-JP" dirty="0" smtClean="0"/>
              <a:t>026_base_rpg.zip</a:t>
            </a:r>
            <a:r>
              <a:rPr kumimoji="1" lang="ja-JP" altLang="en-US" dirty="0" smtClean="0"/>
              <a:t>テンプレート対応</a:t>
            </a:r>
            <a:endParaRPr kumimoji="1" lang="en-US" altLang="ja-JP" dirty="0" smtClean="0"/>
          </a:p>
          <a:p>
            <a:r>
              <a:rPr lang="ja-JP" altLang="en-US" dirty="0"/>
              <a:t>テンプレート</a:t>
            </a:r>
            <a:r>
              <a:rPr lang="ja-JP" altLang="en-US" dirty="0" smtClean="0"/>
              <a:t>を使ってプロジェクトを作成</a:t>
            </a:r>
            <a:endParaRPr lang="en-US" altLang="ja-JP" dirty="0" smtClean="0"/>
          </a:p>
          <a:p>
            <a:r>
              <a:rPr lang="ja-JP" altLang="en-US" dirty="0" smtClean="0"/>
              <a:t>ソースファイルのあるフォルダに</a:t>
            </a:r>
            <a:r>
              <a:rPr lang="en-US" altLang="ja-JP" dirty="0" smtClean="0"/>
              <a:t>image</a:t>
            </a:r>
            <a:r>
              <a:rPr lang="ja-JP" altLang="en-US" dirty="0" smtClean="0"/>
              <a:t>フォルダを作成して、その中にマップデータやイメージ画像データをコピーする。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b="1" dirty="0" smtClean="0"/>
              <a:t>※image.zip</a:t>
            </a:r>
            <a:r>
              <a:rPr lang="ja-JP" altLang="en-US" b="1" dirty="0" smtClean="0"/>
              <a:t>をソースファイルの場所に解凍する</a:t>
            </a:r>
            <a:endParaRPr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1577026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クラス相関図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51007" y="2818709"/>
            <a:ext cx="2526654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b="1" dirty="0" smtClean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Character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</a:p>
          <a:p>
            <a:r>
              <a:rPr kumimoji="1"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vec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ImgWidth/ImgHeight</a:t>
            </a:r>
          </a:p>
          <a:p>
            <a:r>
              <a:rPr kumimoji="1"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angle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Dir</a:t>
            </a:r>
            <a:endParaRPr kumimoji="1" lang="ja-JP" alt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コネクタ 4"/>
          <p:cNvCxnSpPr/>
          <p:nvPr/>
        </p:nvCxnSpPr>
        <p:spPr>
          <a:xfrm>
            <a:off x="251007" y="3123509"/>
            <a:ext cx="25266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/>
          <p:cNvSpPr txBox="1"/>
          <p:nvPr/>
        </p:nvSpPr>
        <p:spPr>
          <a:xfrm>
            <a:off x="3149885" y="3298739"/>
            <a:ext cx="2690160" cy="2554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BaseVector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pri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ID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FLAG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draw_flag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Sprite sprite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timer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animTimer/animFrame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Action( )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Draw( )</a:t>
            </a:r>
            <a:endParaRPr lang="en-US" altLang="ja-JP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7" name="直線コネクタ 6"/>
          <p:cNvCxnSpPr/>
          <p:nvPr/>
        </p:nvCxnSpPr>
        <p:spPr>
          <a:xfrm>
            <a:off x="3149885" y="3603539"/>
            <a:ext cx="2690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/>
          <p:cNvCxnSpPr/>
          <p:nvPr/>
        </p:nvCxnSpPr>
        <p:spPr>
          <a:xfrm>
            <a:off x="3149885" y="5279939"/>
            <a:ext cx="2690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7476109" y="5330155"/>
            <a:ext cx="1927131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BaseVector</a:t>
            </a:r>
            <a:r>
              <a:rPr lang="ja-JP" altLang="en-US" sz="16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直系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CBullet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CItem</a:t>
            </a:r>
            <a:endParaRPr kumimoji="1" lang="en-US" altLang="ja-JP" sz="1600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CEffect</a:t>
            </a:r>
          </a:p>
          <a:p>
            <a:r>
              <a:rPr kumimoji="1" lang="ja-JP" altLang="en-US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その</a:t>
            </a:r>
            <a:r>
              <a:rPr lang="ja-JP" altLang="en-US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他</a:t>
            </a:r>
            <a:endParaRPr kumimoji="1" lang="en-US" altLang="ja-JP" sz="1600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476109" y="2356740"/>
            <a:ext cx="2121093" cy="2554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CDamageObj</a:t>
            </a:r>
            <a:endParaRPr lang="ja-JP" altLang="en-US" sz="1600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hp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maxhp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state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damageCoolTime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knockVec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knockFrame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HP( )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Damage( )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KnockBack( )</a:t>
            </a:r>
            <a:endParaRPr kumimoji="1" lang="en-US" altLang="ja-JP" sz="1600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2" name="直線コネクタ 11"/>
          <p:cNvCxnSpPr/>
          <p:nvPr/>
        </p:nvCxnSpPr>
        <p:spPr>
          <a:xfrm>
            <a:off x="7476109" y="2636140"/>
            <a:ext cx="21210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>
            <a:off x="7476109" y="4106064"/>
            <a:ext cx="21210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/>
          <p:cNvSpPr txBox="1"/>
          <p:nvPr/>
        </p:nvSpPr>
        <p:spPr>
          <a:xfrm>
            <a:off x="3812666" y="1902637"/>
            <a:ext cx="149432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EnemyData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enemyID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dead</a:t>
            </a:r>
            <a:endParaRPr kumimoji="1" lang="en-US" altLang="ja-JP" sz="1600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8" name="直線コネクタ 17"/>
          <p:cNvCxnSpPr/>
          <p:nvPr/>
        </p:nvCxnSpPr>
        <p:spPr>
          <a:xfrm>
            <a:off x="3812666" y="2182037"/>
            <a:ext cx="149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/>
          <p:cNvCxnSpPr/>
          <p:nvPr/>
        </p:nvCxnSpPr>
        <p:spPr>
          <a:xfrm>
            <a:off x="2825859" y="2994851"/>
            <a:ext cx="324026" cy="5259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/>
          <p:cNvCxnSpPr/>
          <p:nvPr/>
        </p:nvCxnSpPr>
        <p:spPr>
          <a:xfrm flipV="1">
            <a:off x="5840045" y="2521686"/>
            <a:ext cx="1631032" cy="9463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/>
          <p:nvPr/>
        </p:nvCxnSpPr>
        <p:spPr>
          <a:xfrm>
            <a:off x="5840045" y="3468016"/>
            <a:ext cx="1631032" cy="20310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/>
          <p:cNvCxnSpPr/>
          <p:nvPr/>
        </p:nvCxnSpPr>
        <p:spPr>
          <a:xfrm>
            <a:off x="5306986" y="2044700"/>
            <a:ext cx="2164091" cy="4397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6998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角丸四角形 41"/>
          <p:cNvSpPr/>
          <p:nvPr/>
        </p:nvSpPr>
        <p:spPr>
          <a:xfrm>
            <a:off x="3332561" y="3632274"/>
            <a:ext cx="6528675" cy="2718062"/>
          </a:xfrm>
          <a:prstGeom prst="roundRect">
            <a:avLst>
              <a:gd name="adj" fmla="val 46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ゲーム全体　</a:t>
            </a:r>
            <a:r>
              <a:rPr lang="ja-JP" altLang="en-US" dirty="0" smtClean="0"/>
              <a:t>オブジェクト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8340" y="2029609"/>
            <a:ext cx="1603324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CGame</a:t>
            </a:r>
          </a:p>
          <a:p>
            <a:endParaRPr lang="en-US" altLang="ja-JP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ObjList base</a:t>
            </a:r>
          </a:p>
          <a:p>
            <a:endParaRPr lang="en-US" altLang="ja-JP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UpDate( )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Draw( )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849902" y="2277993"/>
            <a:ext cx="4087979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ObjList</a:t>
            </a:r>
          </a:p>
          <a:p>
            <a:endParaRPr lang="en-US" altLang="ja-JP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vector&lt;unique_ptr&lt;BaseVector&gt;&gt;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3552599" y="3878239"/>
            <a:ext cx="1059906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CPlayer</a:t>
            </a:r>
          </a:p>
        </p:txBody>
      </p:sp>
      <p:cxnSp>
        <p:nvCxnSpPr>
          <p:cNvPr id="12" name="直線矢印コネクタ 11"/>
          <p:cNvCxnSpPr/>
          <p:nvPr/>
        </p:nvCxnSpPr>
        <p:spPr>
          <a:xfrm>
            <a:off x="2120900" y="2693491"/>
            <a:ext cx="57150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3552599" y="4598518"/>
            <a:ext cx="113685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CMoribu</a:t>
            </a: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5111730" y="4607115"/>
            <a:ext cx="111601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COctroc</a:t>
            </a: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6524146" y="4607115"/>
            <a:ext cx="82747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CBow</a:t>
            </a: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7028820" y="3883208"/>
            <a:ext cx="1053494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CSword</a:t>
            </a: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577196" y="5883642"/>
            <a:ext cx="181652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CSpawnEffect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6577196" y="5330017"/>
            <a:ext cx="169629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CSpawnPoint</a:t>
            </a: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3546187" y="5318797"/>
            <a:ext cx="106631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CEffect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5111730" y="5330017"/>
            <a:ext cx="1085554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CStatus</a:t>
            </a:r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5111730" y="3884213"/>
            <a:ext cx="1465466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CNetPlayer</a:t>
            </a:r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8792538" y="3878239"/>
            <a:ext cx="82747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CMap</a:t>
            </a:r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3332561" y="3429992"/>
            <a:ext cx="1277914" cy="3385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ja-JP" altLang="en-US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オブジェクト</a:t>
            </a:r>
            <a:endParaRPr lang="en-US" altLang="ja-JP" sz="1600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正方形/長方形 43"/>
          <p:cNvSpPr/>
          <p:nvPr/>
        </p:nvSpPr>
        <p:spPr>
          <a:xfrm>
            <a:off x="3200400" y="3175000"/>
            <a:ext cx="5372100" cy="33020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5" name="テキスト ボックス 44"/>
          <p:cNvSpPr txBox="1"/>
          <p:nvPr/>
        </p:nvSpPr>
        <p:spPr>
          <a:xfrm>
            <a:off x="7177148" y="2966806"/>
            <a:ext cx="2230098" cy="33855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base</a:t>
            </a:r>
            <a:r>
              <a:rPr lang="ja-JP" altLang="en-US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管理オブジェクト</a:t>
            </a:r>
            <a:endParaRPr lang="en-US" altLang="ja-JP" sz="1600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1425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0B2353B67B43842908B5E790F99ACAA" ma:contentTypeVersion="10" ma:contentTypeDescription="新しいドキュメントを作成します。" ma:contentTypeScope="" ma:versionID="0c793fabaaa39499dbb7fc1588a62011">
  <xsd:schema xmlns:xsd="http://www.w3.org/2001/XMLSchema" xmlns:xs="http://www.w3.org/2001/XMLSchema" xmlns:p="http://schemas.microsoft.com/office/2006/metadata/properties" xmlns:ns2="46e6a606-a55d-407f-80ff-05921be47282" xmlns:ns3="da918011-11cc-488c-9be6-480b4eacdce1" targetNamespace="http://schemas.microsoft.com/office/2006/metadata/properties" ma:root="true" ma:fieldsID="d107aeb88f85be8fc5a4006438786d90" ns2:_="" ns3:_="">
    <xsd:import namespace="46e6a606-a55d-407f-80ff-05921be47282"/>
    <xsd:import namespace="da918011-11cc-488c-9be6-480b4eacdc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a606-a55d-407f-80ff-05921be472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03996ee2-cfb0-413c-86f6-256a65fd61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18011-11cc-488c-9be6-480b4eacdc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207242-549e-4445-8dd7-58d6b234bc56}" ma:internalName="TaxCatchAll" ma:showField="CatchAllData" ma:web="da918011-11cc-488c-9be6-480b4eacdc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18011-11cc-488c-9be6-480b4eacdce1" xsi:nil="true"/>
    <lcf76f155ced4ddcb4097134ff3c332f xmlns="46e6a606-a55d-407f-80ff-05921be4728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D6EF1D6-B203-4095-88F9-1D16FCB7C498}"/>
</file>

<file path=customXml/itemProps2.xml><?xml version="1.0" encoding="utf-8"?>
<ds:datastoreItem xmlns:ds="http://schemas.openxmlformats.org/officeDocument/2006/customXml" ds:itemID="{71D51FBE-A787-42AC-8227-DE40D09B9CA4}"/>
</file>

<file path=customXml/itemProps3.xml><?xml version="1.0" encoding="utf-8"?>
<ds:datastoreItem xmlns:ds="http://schemas.openxmlformats.org/officeDocument/2006/customXml" ds:itemID="{9AFA7664-7A1F-4FD7-94FE-55711EA42959}"/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116</Words>
  <Application>Microsoft Office PowerPoint</Application>
  <PresentationFormat>ワイド画面</PresentationFormat>
  <Paragraphs>62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BIZ UDPゴシック</vt:lpstr>
      <vt:lpstr>游ゴシック</vt:lpstr>
      <vt:lpstr>游ゴシック Light</vt:lpstr>
      <vt:lpstr>Arial</vt:lpstr>
      <vt:lpstr>Office テーマ</vt:lpstr>
      <vt:lpstr>プロジェクトの準備</vt:lpstr>
      <vt:lpstr>クラス相関図</vt:lpstr>
      <vt:lpstr>ゲーム全体　オブジェクト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脇坂慎也</dc:creator>
  <cp:lastModifiedBy>event</cp:lastModifiedBy>
  <cp:revision>8</cp:revision>
  <dcterms:created xsi:type="dcterms:W3CDTF">2026-08-23T02:17:55Z</dcterms:created>
  <dcterms:modified xsi:type="dcterms:W3CDTF">2026-09-03T06:31:39Z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0x01010010B2353B67B43842908B5E790F99ACAA</vt:lpwstr>
  </property>
</Properties>
</file>
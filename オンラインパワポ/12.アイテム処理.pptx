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0952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332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10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1283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556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291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460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804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5275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350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4167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41F7-7326-433A-91FC-B49A70414C40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FB734-4FFC-4AD1-9E21-B8A3DFB12ED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392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アイテム処理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598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0199" y="85596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クラス相関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30200" y="254000"/>
            <a:ext cx="403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敵を倒すとアイテムが出るようにする。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540758" y="1762260"/>
            <a:ext cx="252665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b="1" dirty="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CExpItem</a:t>
            </a:r>
          </a:p>
          <a:p>
            <a:endParaRPr lang="en-US" altLang="ja-JP" sz="1600" b="1" dirty="0" smtClean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7" name="直線コネクタ 6"/>
          <p:cNvCxnSpPr/>
          <p:nvPr/>
        </p:nvCxnSpPr>
        <p:spPr>
          <a:xfrm>
            <a:off x="8540758" y="2067060"/>
            <a:ext cx="25266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208551" y="1766906"/>
            <a:ext cx="1494320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</a:t>
            </a:r>
          </a:p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value</a:t>
            </a:r>
          </a:p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ItemID</a:t>
            </a:r>
          </a:p>
          <a:p>
            <a:endParaRPr lang="en-US" altLang="ja-JP" sz="16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GetItem( )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6208551" y="2046306"/>
            <a:ext cx="149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8540758" y="3085699"/>
            <a:ext cx="2526654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1600" b="1" dirty="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CRecoveryItem</a:t>
            </a:r>
          </a:p>
          <a:p>
            <a:endParaRPr lang="en-US" altLang="ja-JP" sz="1600" b="1" dirty="0" smtClean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5" name="直線コネクタ 14"/>
          <p:cNvCxnSpPr/>
          <p:nvPr/>
        </p:nvCxnSpPr>
        <p:spPr>
          <a:xfrm>
            <a:off x="8540758" y="3390499"/>
            <a:ext cx="25266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124527" y="1726509"/>
            <a:ext cx="252665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Character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vec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ImgWidth/ImgHeight</a:t>
            </a:r>
          </a:p>
          <a:p>
            <a:r>
              <a:rPr kumimoji="1"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angle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Dir</a:t>
            </a:r>
            <a:endParaRPr kumimoji="1" lang="ja-JP" alt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直線コネクタ 16"/>
          <p:cNvCxnSpPr/>
          <p:nvPr/>
        </p:nvCxnSpPr>
        <p:spPr>
          <a:xfrm>
            <a:off x="124527" y="2031309"/>
            <a:ext cx="25266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3023405" y="1726509"/>
            <a:ext cx="2690160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sz="1600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pri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FLAG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draw_flag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Sprite sprite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timer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animTimer/animFrame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Action( )</a:t>
            </a:r>
          </a:p>
          <a:p>
            <a:r>
              <a:rPr lang="en-US" altLang="ja-JP" sz="1600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Draw( )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9" name="直線コネクタ 18"/>
          <p:cNvCxnSpPr/>
          <p:nvPr/>
        </p:nvCxnSpPr>
        <p:spPr>
          <a:xfrm>
            <a:off x="3023405" y="2031309"/>
            <a:ext cx="269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3023405" y="3707709"/>
            <a:ext cx="26901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flipV="1">
            <a:off x="2673979" y="1902533"/>
            <a:ext cx="324026" cy="1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 flipV="1">
            <a:off x="5775268" y="1912193"/>
            <a:ext cx="324026" cy="1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7802030" y="1902651"/>
            <a:ext cx="64347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7802030" y="2028960"/>
            <a:ext cx="643470" cy="11714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774699" y="4835052"/>
            <a:ext cx="868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アイテム用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の基底クラス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クラスを用意して、そこから個々のアイテムを処理する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847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0200" y="254000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基底クラスの定義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30199" y="856898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075394" y="4386142"/>
            <a:ext cx="5049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GetItem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は、アイテムを取得した場合の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処理を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記述する。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9" y="1489612"/>
            <a:ext cx="6851935" cy="49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2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0200" y="121939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CItemExp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35473" y="728542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expitem.h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322445"/>
            <a:ext cx="6943203" cy="4608455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7472873" y="1322445"/>
            <a:ext cx="28488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経験値アイテム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①敵を倒すと出現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②ランダム方向に飛び散る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419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30200" y="121939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リソース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の読み込み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30200" y="845839"/>
            <a:ext cx="1617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66538"/>
            <a:ext cx="3606800" cy="5190555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338" y="478514"/>
            <a:ext cx="6021762" cy="6235679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5295900" y="121939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Resource.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ｃｐｐ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752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86" y="849113"/>
            <a:ext cx="7179650" cy="473888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67986" y="312439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expitem.h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5530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2" y="567932"/>
            <a:ext cx="7125158" cy="6110237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15442" y="10923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expitem.cpp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537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2" y="780744"/>
            <a:ext cx="8331266" cy="5797856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15442" y="223539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expitem.cpp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2284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15441" y="160014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当たり判定の処理を追加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2" y="995031"/>
            <a:ext cx="7798258" cy="85314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215442" y="592871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CollisionUpdate.h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42" y="2675205"/>
            <a:ext cx="7798258" cy="1212335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42" y="3930508"/>
            <a:ext cx="7798258" cy="2587215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215441" y="2262905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948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14300" y="101600"/>
            <a:ext cx="5463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プレイヤーの経験値を増やす。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アイテムを取得したら、プレイヤーの経験値を増やす。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97709"/>
            <a:ext cx="1803400" cy="66087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14300" y="824506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クラスにメンバを追加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523897"/>
            <a:ext cx="5880100" cy="4224778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114300" y="2154215"/>
            <a:ext cx="1347335" cy="378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item.cpp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447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2100" y="330200"/>
            <a:ext cx="5628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、ベースとなる基本となるプログラムは完了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92100" y="1028700"/>
            <a:ext cx="5585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これをベースにして、各自でオリジナル要素を加える。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92099" y="1727200"/>
            <a:ext cx="733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思い浮かばない場合は、回復アイテムの追加、敵の追加をやってみる。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92099" y="2425700"/>
            <a:ext cx="1090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今の状態のプログラムをベースにする場合、改造前に、テンプレートをエクスポートしておくと便利になる。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787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FD553A-C8D6-4EB3-8798-F7B3AE71470A}"/>
</file>

<file path=customXml/itemProps2.xml><?xml version="1.0" encoding="utf-8"?>
<ds:datastoreItem xmlns:ds="http://schemas.openxmlformats.org/officeDocument/2006/customXml" ds:itemID="{049646DF-B7A3-420E-861B-0B75919E925F}"/>
</file>

<file path=customXml/itemProps3.xml><?xml version="1.0" encoding="utf-8"?>
<ds:datastoreItem xmlns:ds="http://schemas.openxmlformats.org/officeDocument/2006/customXml" ds:itemID="{B342CF66-C960-447B-BA47-78EEADEB66CB}"/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208</Words>
  <Application>Microsoft Office PowerPoint</Application>
  <PresentationFormat>ワイド画面</PresentationFormat>
  <Paragraphs>55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BIZ UDPゴシック</vt:lpstr>
      <vt:lpstr>游ゴシック</vt:lpstr>
      <vt:lpstr>游ゴシック Light</vt:lpstr>
      <vt:lpstr>Arial</vt:lpstr>
      <vt:lpstr>Office テーマ</vt:lpstr>
      <vt:lpstr>アイテム処理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アイテム処理</dc:title>
  <dc:creator>脇坂慎也</dc:creator>
  <cp:lastModifiedBy>脇坂慎也</cp:lastModifiedBy>
  <cp:revision>12</cp:revision>
  <dcterms:created xsi:type="dcterms:W3CDTF">2026-08-28T02:58:48Z</dcterms:created>
  <dcterms:modified xsi:type="dcterms:W3CDTF">2026-09-07T03:23:42Z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
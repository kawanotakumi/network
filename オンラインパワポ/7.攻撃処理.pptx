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77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6869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789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547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62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1578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256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821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407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588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58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EEA84-F4F2-4E31-81A6-A70BB58CECD9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4093B-9FC3-40D1-B473-9C40F3366422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642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攻撃処理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回転する剣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6268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951920" y="174239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イメージ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1" name="グループ化 10"/>
          <p:cNvGrpSpPr/>
          <p:nvPr/>
        </p:nvGrpSpPr>
        <p:grpSpPr>
          <a:xfrm>
            <a:off x="1264318" y="2251223"/>
            <a:ext cx="1224217" cy="1395630"/>
            <a:chOff x="719930" y="1988919"/>
            <a:chExt cx="1224217" cy="1395630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5" t="-1979" r="75114" b="65297"/>
            <a:stretch/>
          </p:blipFill>
          <p:spPr>
            <a:xfrm>
              <a:off x="719930" y="2619375"/>
              <a:ext cx="711200" cy="765174"/>
            </a:xfrm>
            <a:prstGeom prst="rect">
              <a:avLst/>
            </a:prstGeom>
          </p:spPr>
        </p:pic>
        <p:pic>
          <p:nvPicPr>
            <p:cNvPr id="8" name="図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71" t="29071" r="-1142" b="34247"/>
            <a:stretch/>
          </p:blipFill>
          <p:spPr>
            <a:xfrm rot="19424368">
              <a:off x="1232947" y="1988919"/>
              <a:ext cx="711200" cy="765174"/>
            </a:xfrm>
            <a:prstGeom prst="rect">
              <a:avLst/>
            </a:prstGeom>
          </p:spPr>
        </p:pic>
      </p:grpSp>
      <p:grpSp>
        <p:nvGrpSpPr>
          <p:cNvPr id="12" name="グループ化 11"/>
          <p:cNvGrpSpPr/>
          <p:nvPr/>
        </p:nvGrpSpPr>
        <p:grpSpPr>
          <a:xfrm>
            <a:off x="3525030" y="2132982"/>
            <a:ext cx="765174" cy="1513871"/>
            <a:chOff x="3017770" y="1891682"/>
            <a:chExt cx="765174" cy="1513871"/>
          </a:xfrm>
        </p:grpSpPr>
        <p:pic>
          <p:nvPicPr>
            <p:cNvPr id="6" name="図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5" t="-1979" r="75114" b="65297"/>
            <a:stretch/>
          </p:blipFill>
          <p:spPr>
            <a:xfrm>
              <a:off x="3044758" y="2640379"/>
              <a:ext cx="711200" cy="765174"/>
            </a:xfrm>
            <a:prstGeom prst="rect">
              <a:avLst/>
            </a:prstGeom>
          </p:spPr>
        </p:pic>
        <p:pic>
          <p:nvPicPr>
            <p:cNvPr id="9" name="図 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71" t="29071" r="-1142" b="34247"/>
            <a:stretch/>
          </p:blipFill>
          <p:spPr>
            <a:xfrm rot="16554539">
              <a:off x="3044757" y="1864695"/>
              <a:ext cx="711200" cy="765174"/>
            </a:xfrm>
            <a:prstGeom prst="rect">
              <a:avLst/>
            </a:prstGeom>
          </p:spPr>
        </p:pic>
      </p:grpSp>
      <p:grpSp>
        <p:nvGrpSpPr>
          <p:cNvPr id="13" name="グループ化 12"/>
          <p:cNvGrpSpPr/>
          <p:nvPr/>
        </p:nvGrpSpPr>
        <p:grpSpPr>
          <a:xfrm>
            <a:off x="5272090" y="2251223"/>
            <a:ext cx="1258380" cy="1395630"/>
            <a:chOff x="4651881" y="2009923"/>
            <a:chExt cx="1258380" cy="1395630"/>
          </a:xfrm>
        </p:grpSpPr>
        <p:pic>
          <p:nvPicPr>
            <p:cNvPr id="7" name="図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5" t="-1979" r="75114" b="65297"/>
            <a:stretch/>
          </p:blipFill>
          <p:spPr>
            <a:xfrm>
              <a:off x="5199061" y="2640379"/>
              <a:ext cx="711200" cy="765174"/>
            </a:xfrm>
            <a:prstGeom prst="rect">
              <a:avLst/>
            </a:prstGeom>
          </p:spPr>
        </p:pic>
        <p:pic>
          <p:nvPicPr>
            <p:cNvPr id="10" name="図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71" t="29071" r="-1142" b="34247"/>
            <a:stretch/>
          </p:blipFill>
          <p:spPr>
            <a:xfrm rot="13269493">
              <a:off x="4651881" y="2009923"/>
              <a:ext cx="711200" cy="765174"/>
            </a:xfrm>
            <a:prstGeom prst="rect">
              <a:avLst/>
            </a:prstGeom>
          </p:spPr>
        </p:pic>
      </p:grpSp>
      <p:sp>
        <p:nvSpPr>
          <p:cNvPr id="14" name="テキスト ボックス 13"/>
          <p:cNvSpPr txBox="1"/>
          <p:nvPr/>
        </p:nvSpPr>
        <p:spPr>
          <a:xfrm>
            <a:off x="279400" y="571555"/>
            <a:ext cx="4168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攻撃方法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プ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レイヤーの前方で、剣を回転させる。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右矢印 14"/>
          <p:cNvSpPr/>
          <p:nvPr/>
        </p:nvSpPr>
        <p:spPr>
          <a:xfrm>
            <a:off x="2645953" y="2881679"/>
            <a:ext cx="442931" cy="3825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右矢印 15"/>
          <p:cNvSpPr/>
          <p:nvPr/>
        </p:nvSpPr>
        <p:spPr>
          <a:xfrm>
            <a:off x="4665233" y="2881679"/>
            <a:ext cx="442931" cy="3825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56139" y="4466394"/>
            <a:ext cx="355898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①スペースキーで攻撃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②敵と判定は、円と線分判定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③当たった敵は、ノックバックする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④攻撃中は移動できない。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271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406400" y="495355"/>
            <a:ext cx="4334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プレイヤーの向きを移動方向に合わせる。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画像は、ここから切り取って使用する。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290825"/>
            <a:ext cx="2997200" cy="224790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66700" y="3720013"/>
            <a:ext cx="706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①向きの列挙型を定義する。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今回は、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『libID.h』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に定義してあります。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61" y="4238484"/>
            <a:ext cx="1981477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6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129006"/>
            <a:ext cx="7523787" cy="3124382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558799" y="4418488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Action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58800" y="647755"/>
            <a:ext cx="6035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GetDir( )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メソッドを利用する。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851909"/>
            <a:ext cx="5615034" cy="1616267"/>
          </a:xfrm>
          <a:prstGeom prst="rect">
            <a:avLst/>
          </a:prstGeom>
        </p:spPr>
      </p:pic>
      <p:sp>
        <p:nvSpPr>
          <p:cNvPr id="10" name="正方形/長方形 9"/>
          <p:cNvSpPr/>
          <p:nvPr/>
        </p:nvSpPr>
        <p:spPr>
          <a:xfrm>
            <a:off x="927100" y="5736243"/>
            <a:ext cx="4305300" cy="596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749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/>
          <p:nvPr/>
        </p:nvSpPr>
        <p:spPr>
          <a:xfrm>
            <a:off x="304800" y="139755"/>
            <a:ext cx="406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④求めた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Dir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から切り取り位置を計算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52" y="509086"/>
            <a:ext cx="7787507" cy="5396413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749300" y="1238109"/>
            <a:ext cx="7543800" cy="4514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04800" y="5905499"/>
            <a:ext cx="4310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⑤これで移動した方向を向くようになる。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4329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79400" y="228655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剣オブジェクトの定義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79400" y="655708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sword.h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082761"/>
            <a:ext cx="5588000" cy="5709239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5867400" y="1397055"/>
            <a:ext cx="626004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そろそろ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、気づく人もいるかと思いますが、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CMap*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、ここ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じゃない方が良いです。もう少し効率の良い場所があるので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そこ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に書いてもらっても大丈夫です。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気づいてない人は、クラスの関係が理解できていないので、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ままにして、気づいたら定義の場所を変更してください。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ここでは、このまま定義していきます。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686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39700" y="432832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sword.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ｃｐｐ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9700" y="995760"/>
            <a:ext cx="7726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コンストラクタで、引数の向き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(Dir)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から剣の回転する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start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の角度を決める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t="429" r="31904" b="65441"/>
          <a:stretch/>
        </p:blipFill>
        <p:spPr>
          <a:xfrm>
            <a:off x="241300" y="1547694"/>
            <a:ext cx="6184900" cy="3040776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241300" y="4771072"/>
            <a:ext cx="113527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画像はプレイヤーの画像を使う。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切り取り位置とサイズを設定。今回は、円と線分の判定を利用するので、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ImgWidth/ImgHeight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の設定は不要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位置情報と剣の向きを設定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1659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41300" y="2677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続き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887631" y="267732"/>
            <a:ext cx="765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Dir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start_angle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を決めて、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ベクトルと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sprite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の角度を初期化する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637064"/>
            <a:ext cx="9261046" cy="603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5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5600" y="280432"/>
            <a:ext cx="4028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sword.cpp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236503"/>
            <a:ext cx="8889831" cy="30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15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5600" y="280432"/>
            <a:ext cx="2900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スペースキーで攻撃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8" y="1041400"/>
            <a:ext cx="3783158" cy="1295400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4654696" y="1041400"/>
            <a:ext cx="272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sword.h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をインクルード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53" y="2935406"/>
            <a:ext cx="8989159" cy="1392306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274255" y="2451437"/>
            <a:ext cx="4164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向きの情報を取得したあとに攻撃処理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55600" y="4442349"/>
            <a:ext cx="76113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Check_TriggerKey(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対象キー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を使えば、押しっぱなし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状態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にならない。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2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新規実装で、デバッグ不足の関数。もしかするとバグが発生するかも、、、</a:t>
            </a:r>
            <a:endParaRPr lang="en-US" altLang="ja-JP" sz="1200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38" y="5159692"/>
            <a:ext cx="1168400" cy="1385388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>
            <a:off x="1633538" y="5159692"/>
            <a:ext cx="53094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実行して確認。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スペースを押すと、こんな状態になる。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b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b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下向きでスタートになるので、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start_angle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’0’</a:t>
            </a:r>
          </a:p>
        </p:txBody>
      </p:sp>
    </p:spTree>
    <p:extLst>
      <p:ext uri="{BB962C8B-B14F-4D97-AF65-F5344CB8AC3E}">
        <p14:creationId xmlns:p14="http://schemas.microsoft.com/office/powerpoint/2010/main" val="396674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5600" y="280432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剣を回転させる。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592272"/>
            <a:ext cx="9433368" cy="245041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355600" y="5372290"/>
            <a:ext cx="7858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角度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+15°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して回転する。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sprite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angle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ラジアン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角を取り扱うので、求めた角度を変換して代入。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剣が、その場で回転を始める。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5600" y="979372"/>
            <a:ext cx="5926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角度は０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°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になっているが、剣を振り始める位置が不適切。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最終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の描画するタイミングで、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の値を加算する。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286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5600" y="280432"/>
            <a:ext cx="191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剣を回転させる。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5600" y="979372"/>
            <a:ext cx="59266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スタート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位置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調整。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角度は０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°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になっているが、剣を振り始める位置が不適切。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最終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の描画するタイミングで、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の値を加算する。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009672"/>
            <a:ext cx="7086600" cy="1740569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4052857"/>
            <a:ext cx="1936703" cy="1001743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2370918" y="4052857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実行して確認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117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55600" y="280432"/>
            <a:ext cx="325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angle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を増やして回転させる。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780797"/>
            <a:ext cx="8240812" cy="234546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355600" y="3361383"/>
            <a:ext cx="7587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このままでは、剣がそのままの角度で回転するので、剣の角度も変更する。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 rotWithShape="1">
          <a:blip r:embed="rId3"/>
          <a:srcRect l="3774"/>
          <a:stretch/>
        </p:blipFill>
        <p:spPr>
          <a:xfrm>
            <a:off x="355600" y="3830345"/>
            <a:ext cx="4662038" cy="664692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355600" y="4890028"/>
            <a:ext cx="3576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さらに、半周したら剣を削除する。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5444710"/>
            <a:ext cx="6920944" cy="95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08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507999" y="612204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9" y="1040829"/>
            <a:ext cx="2938606" cy="78907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36151" y="230977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攻撃中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は移動できないようにする。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9" y="2344608"/>
            <a:ext cx="7314576" cy="1611492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507999" y="1958477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攻撃した時に、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att_frame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を設定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14083" y="4096219"/>
            <a:ext cx="6785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Actioin(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の最初に、攻撃中は操作を受け付けない処理を追加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526919"/>
            <a:ext cx="6691915" cy="209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9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AD2986-E915-43A5-8B6C-C714B963B67B}"/>
</file>

<file path=customXml/itemProps2.xml><?xml version="1.0" encoding="utf-8"?>
<ds:datastoreItem xmlns:ds="http://schemas.openxmlformats.org/officeDocument/2006/customXml" ds:itemID="{EAEE29DC-E85B-43B0-AE86-E7F752F44FEC}"/>
</file>

<file path=customXml/itemProps3.xml><?xml version="1.0" encoding="utf-8"?>
<ds:datastoreItem xmlns:ds="http://schemas.openxmlformats.org/officeDocument/2006/customXml" ds:itemID="{BF77A757-FC38-4B68-BD2A-90700C85DD87}"/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563</Words>
  <Application>Microsoft Office PowerPoint</Application>
  <PresentationFormat>ワイド画面</PresentationFormat>
  <Paragraphs>65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UDPゴシック</vt:lpstr>
      <vt:lpstr>游ゴシック</vt:lpstr>
      <vt:lpstr>游ゴシック Light</vt:lpstr>
      <vt:lpstr>Arial</vt:lpstr>
      <vt:lpstr>Office テーマ</vt:lpstr>
      <vt:lpstr>攻撃処理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攻撃処理</dc:title>
  <dc:creator>脇坂慎也</dc:creator>
  <cp:lastModifiedBy>脇坂慎也</cp:lastModifiedBy>
  <cp:revision>20</cp:revision>
  <dcterms:created xsi:type="dcterms:W3CDTF">2026-08-25T00:53:20Z</dcterms:created>
  <dcterms:modified xsi:type="dcterms:W3CDTF">2026-09-07T08:20:33Z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
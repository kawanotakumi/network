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91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27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55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243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25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75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76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490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5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410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35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32582-FBD8-47FB-855A-7376B55111FC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50063-75A4-4EE0-868F-BFF706A63B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200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テンプレート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49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5600" y="342900"/>
            <a:ext cx="458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作成したプロジェクトをテンプレート化する。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55600" y="863600"/>
            <a:ext cx="75552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作ったプロジェクトをベースにして、別の何かを作る場合に便利。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現在作った、プロジェクトをテンプレート化して、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を作る。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557186"/>
            <a:ext cx="4248743" cy="3953427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4687875" y="2751098"/>
            <a:ext cx="6445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メニュー　→　プロジェクト　→　テンプレートの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エクスポート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(E)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054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55600" y="342900"/>
            <a:ext cx="2818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特に何もなければ、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次へ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63" y="1236301"/>
            <a:ext cx="6792273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2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55600" y="0"/>
            <a:ext cx="5051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テンプレートの名前と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その説明を入力して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完了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459799"/>
            <a:ext cx="4773019" cy="3611473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4263339"/>
            <a:ext cx="8788400" cy="2302561"/>
          </a:xfrm>
          <a:prstGeom prst="rect">
            <a:avLst/>
          </a:prstGeom>
        </p:spPr>
      </p:pic>
      <p:cxnSp>
        <p:nvCxnSpPr>
          <p:cNvPr id="9" name="直線矢印コネクタ 8"/>
          <p:cNvCxnSpPr/>
          <p:nvPr/>
        </p:nvCxnSpPr>
        <p:spPr>
          <a:xfrm>
            <a:off x="914400" y="1879600"/>
            <a:ext cx="3733800" cy="36703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914400" y="1447800"/>
            <a:ext cx="3835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>
            <a:off x="4749800" y="1435100"/>
            <a:ext cx="0" cy="38481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5334951" y="1124634"/>
            <a:ext cx="6500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それぞれ入力した項目は、新しいプロジェクトを作成する場合に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表示される。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752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10F9C2-FD63-45E1-B0B8-A3F04BF23BC8}"/>
</file>

<file path=customXml/itemProps2.xml><?xml version="1.0" encoding="utf-8"?>
<ds:datastoreItem xmlns:ds="http://schemas.openxmlformats.org/officeDocument/2006/customXml" ds:itemID="{B7219274-B92F-4E29-B4C9-92A6E123D7A6}"/>
</file>

<file path=customXml/itemProps3.xml><?xml version="1.0" encoding="utf-8"?>
<ds:datastoreItem xmlns:ds="http://schemas.openxmlformats.org/officeDocument/2006/customXml" ds:itemID="{F9D0491F-7168-4DCD-B1A6-B040961450DD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</Words>
  <Application>Microsoft Office PowerPoint</Application>
  <PresentationFormat>ワイド画面</PresentationFormat>
  <Paragraphs>10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BIZ UDPゴシック</vt:lpstr>
      <vt:lpstr>游ゴシック</vt:lpstr>
      <vt:lpstr>游ゴシック Light</vt:lpstr>
      <vt:lpstr>Arial</vt:lpstr>
      <vt:lpstr>Office テーマ</vt:lpstr>
      <vt:lpstr>テンプレート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テンプレート</dc:title>
  <dc:creator>脇坂慎也</dc:creator>
  <cp:lastModifiedBy>脇坂慎也</cp:lastModifiedBy>
  <cp:revision>2</cp:revision>
  <dcterms:created xsi:type="dcterms:W3CDTF">2026-08-31T00:42:19Z</dcterms:created>
  <dcterms:modified xsi:type="dcterms:W3CDTF">2026-08-31T00:44:22Z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
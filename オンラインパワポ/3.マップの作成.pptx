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59" r:id="rId5"/>
    <p:sldId id="261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35F0-1B9D-4E87-A886-D27C8DE7204E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2F0FA-A303-4023-8ABA-34DC6C662F9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9313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35F0-1B9D-4E87-A886-D27C8DE7204E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2F0FA-A303-4023-8ABA-34DC6C662F9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68867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35F0-1B9D-4E87-A886-D27C8DE7204E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2F0FA-A303-4023-8ABA-34DC6C662F9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9643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35F0-1B9D-4E87-A886-D27C8DE7204E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2F0FA-A303-4023-8ABA-34DC6C662F9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3226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35F0-1B9D-4E87-A886-D27C8DE7204E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2F0FA-A303-4023-8ABA-34DC6C662F9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24490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35F0-1B9D-4E87-A886-D27C8DE7204E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2F0FA-A303-4023-8ABA-34DC6C662F9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7151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35F0-1B9D-4E87-A886-D27C8DE7204E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2F0FA-A303-4023-8ABA-34DC6C662F9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195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35F0-1B9D-4E87-A886-D27C8DE7204E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2F0FA-A303-4023-8ABA-34DC6C662F9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028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35F0-1B9D-4E87-A886-D27C8DE7204E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2F0FA-A303-4023-8ABA-34DC6C662F9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34021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35F0-1B9D-4E87-A886-D27C8DE7204E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2F0FA-A303-4023-8ABA-34DC6C662F9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745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135F0-1B9D-4E87-A886-D27C8DE7204E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2F0FA-A303-4023-8ABA-34DC6C662F9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0824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135F0-1B9D-4E87-A886-D27C8DE7204E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2F0FA-A303-4023-8ABA-34DC6C662F9A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7229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マップの作成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8343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データ</a:t>
            </a:r>
            <a:r>
              <a:rPr lang="ja-JP" altLang="en-US" dirty="0" smtClean="0"/>
              <a:t>の準備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すでにデフォルトである程度のマップはあるので、まずはそれを使って作成します。　</a:t>
            </a:r>
            <a:endParaRPr kumimoji="1" lang="en-US" altLang="ja-JP" dirty="0" smtClean="0"/>
          </a:p>
          <a:p>
            <a:r>
              <a:rPr lang="ja-JP" altLang="en-US" dirty="0"/>
              <a:t>仕組み</a:t>
            </a:r>
            <a:r>
              <a:rPr lang="ja-JP" altLang="en-US" dirty="0" smtClean="0"/>
              <a:t>を理解したら、オリジナル要素や画像を変更してみてください。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4151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map</a:t>
            </a:r>
            <a:r>
              <a:rPr kumimoji="1" lang="ja-JP" altLang="en-US" dirty="0" smtClean="0"/>
              <a:t>クラス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1200" y="1841500"/>
            <a:ext cx="735008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img 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描画マップ用イメージ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map[ ][ ]  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マップデータ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oid Map_Update( ) 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マップの更新処理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ｖ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oid Map_Create( ) 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特殊ブロックの生成（スポーンブロックなど）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bool CanMove( ) 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移動可能かチェック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bool IsWall( ) 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指定したチップの位置のブロックチェック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Point screen_pos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スクリーン座標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Point camera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カメラ座標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//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更新処理用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int BaseChipNoX,BaseChipNoY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描画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開始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する左上の配列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No</a:t>
            </a: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int ChipNumX,ChipNumY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描画するチップ数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490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マップ用画像の読み込み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1" y="1928528"/>
            <a:ext cx="4391638" cy="406774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458481" y="1559196"/>
            <a:ext cx="1617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Resource.h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317658" y="1506022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Resource.cpp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658" y="1928528"/>
            <a:ext cx="6554115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358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 txBox="1"/>
          <p:nvPr/>
        </p:nvSpPr>
        <p:spPr>
          <a:xfrm>
            <a:off x="356881" y="230847"/>
            <a:ext cx="376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オブジェクトを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定義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883838" y="1288921"/>
            <a:ext cx="7120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シーンにマップオブジェクトを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定義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して、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とは別のオブジェクト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として、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取り扱う。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4" y="855360"/>
            <a:ext cx="4697078" cy="586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91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81" y="1133340"/>
            <a:ext cx="4001058" cy="1781424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66" y="3276629"/>
            <a:ext cx="5572903" cy="2695951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356881" y="656149"/>
            <a:ext cx="2784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に処理を追加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782610" y="2184400"/>
            <a:ext cx="2984500" cy="520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/>
          <p:cNvSpPr/>
          <p:nvPr/>
        </p:nvSpPr>
        <p:spPr>
          <a:xfrm>
            <a:off x="717395" y="4103904"/>
            <a:ext cx="3429000" cy="520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612645" y="1180921"/>
            <a:ext cx="2630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オブジェクトを生成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55166" y="6092570"/>
            <a:ext cx="366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UpDate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map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の更新処理追加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583976" y="5454804"/>
            <a:ext cx="2446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Draw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に描画処理追加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996" y="3276629"/>
            <a:ext cx="4944165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72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70" y="711200"/>
            <a:ext cx="7637729" cy="5990189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553771" y="1640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実行結果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191499" y="901700"/>
            <a:ext cx="3515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サンプルのマップを使った場合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37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Map_Update( </a:t>
            </a:r>
            <a:r>
              <a:rPr lang="ja-JP" altLang="en-US" dirty="0" smtClean="0"/>
              <a:t>略 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34999" y="1690688"/>
            <a:ext cx="75680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マップのスクロールは、この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Update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で処理をしています。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カメラの座標計算と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の配列のどこから描画するかを計算しています。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2713814"/>
            <a:ext cx="4025901" cy="4004486"/>
          </a:xfrm>
          <a:prstGeom prst="rect">
            <a:avLst/>
          </a:prstGeom>
        </p:spPr>
      </p:pic>
      <p:cxnSp>
        <p:nvCxnSpPr>
          <p:cNvPr id="11" name="直線矢印コネクタ 10"/>
          <p:cNvCxnSpPr/>
          <p:nvPr/>
        </p:nvCxnSpPr>
        <p:spPr>
          <a:xfrm flipH="1">
            <a:off x="1536701" y="3581740"/>
            <a:ext cx="3212806" cy="3560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4749507" y="4160915"/>
            <a:ext cx="5868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黄色い部分が、描画を開始する位置。図では、配列（２，１）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3" name="図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507" y="2817127"/>
            <a:ext cx="6270447" cy="1325345"/>
          </a:xfrm>
          <a:prstGeom prst="rect">
            <a:avLst/>
          </a:prstGeom>
        </p:spPr>
      </p:pic>
      <p:sp>
        <p:nvSpPr>
          <p:cNvPr id="26" name="テキスト ボックス 25"/>
          <p:cNvSpPr txBox="1"/>
          <p:nvPr/>
        </p:nvSpPr>
        <p:spPr>
          <a:xfrm>
            <a:off x="4444707" y="5007441"/>
            <a:ext cx="7616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水色の四角が画面に表示される領域。画面端のかけ防止の為に、２チップ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程度描画するチップ数を増やしておく。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8080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6A95ABE-7921-45FE-ACFF-F871361A3D4C}"/>
</file>

<file path=customXml/itemProps2.xml><?xml version="1.0" encoding="utf-8"?>
<ds:datastoreItem xmlns:ds="http://schemas.openxmlformats.org/officeDocument/2006/customXml" ds:itemID="{040BA6C8-D3FC-42E5-8B5E-454C25FB1D11}"/>
</file>

<file path=customXml/itemProps3.xml><?xml version="1.0" encoding="utf-8"?>
<ds:datastoreItem xmlns:ds="http://schemas.openxmlformats.org/officeDocument/2006/customXml" ds:itemID="{68494266-C688-431F-807C-03A23154986D}"/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266</Words>
  <Application>Microsoft Office PowerPoint</Application>
  <PresentationFormat>ワイド画面</PresentationFormat>
  <Paragraphs>39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BIZ UDPゴシック</vt:lpstr>
      <vt:lpstr>游ゴシック</vt:lpstr>
      <vt:lpstr>游ゴシック Light</vt:lpstr>
      <vt:lpstr>Arial</vt:lpstr>
      <vt:lpstr>Office テーマ</vt:lpstr>
      <vt:lpstr>マップの作成</vt:lpstr>
      <vt:lpstr>データの準備</vt:lpstr>
      <vt:lpstr>mapクラス</vt:lpstr>
      <vt:lpstr>マップ用画像の読み込み</vt:lpstr>
      <vt:lpstr>PowerPoint プレゼンテーション</vt:lpstr>
      <vt:lpstr>PowerPoint プレゼンテーション</vt:lpstr>
      <vt:lpstr>PowerPoint プレゼンテーション</vt:lpstr>
      <vt:lpstr>Map_Update( 略 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マップの作成</dc:title>
  <dc:creator>Teacher</dc:creator>
  <cp:lastModifiedBy>脇坂慎也</cp:lastModifiedBy>
  <cp:revision>13</cp:revision>
  <dcterms:created xsi:type="dcterms:W3CDTF">2026-08-23T05:06:55Z</dcterms:created>
  <dcterms:modified xsi:type="dcterms:W3CDTF">2026-09-07T03:03:33Z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
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41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6806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147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316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64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556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3841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992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068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3171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8547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41844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6BC6E-E816-494A-A735-75343F65E107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793E7-6FF0-46C7-9778-1484CB0E5863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547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プレイヤー</a:t>
            </a:r>
            <a:r>
              <a:rPr lang="ja-JP" altLang="en-US" dirty="0" smtClean="0"/>
              <a:t>の接続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379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44500" y="1054100"/>
            <a:ext cx="7503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テンプレートを使って、サーバー用とクライアント用でプロジェクトを作成。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44500" y="2374900"/>
            <a:ext cx="8586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テンプレートを使って作成したプロジェクトに使用する画像データなどをコピーする。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44500" y="2895600"/>
            <a:ext cx="963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作成したプロジェクトを実行して動作の確認をする。同じようにゲームを起動できれば準備完了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44500" y="1701800"/>
            <a:ext cx="5085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例）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base_rpg_server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base_rpg_client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等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52400" y="318532"/>
            <a:ext cx="21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プロジェクトの準備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44500" y="4800936"/>
            <a:ext cx="10487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重要</a:t>
            </a: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</a:p>
          <a:p>
            <a:r>
              <a:rPr kumimoji="1"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クライアント側のプロジェクトには、授業中に使用した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</a:t>
            </a: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ipset_image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フォルダと</a:t>
            </a: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ip_set.cpp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」をコピー</a:t>
            </a:r>
            <a:endParaRPr lang="en-US" altLang="ja-JP" b="1" dirty="0" smtClea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事。</a:t>
            </a: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入力はこのプログラムを引き続き使用します。</a:t>
            </a:r>
            <a:endParaRPr lang="en-US" altLang="ja-JP" b="1" dirty="0" smtClea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44500" y="3571269"/>
            <a:ext cx="10875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ネットワーク接続に関する処理については、基本的に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dx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ライブラリで用意されている関数などを利用する。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通信するデータやその後のデータのやり取りについては、各自で行う必要がある。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各命令の詳細については、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DX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ライブラリのサイトを参考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302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3346" y="419802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全体の大まかな関係図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0500" y="1564527"/>
            <a:ext cx="149271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BaseVector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</a:p>
          <a:p>
            <a:r>
              <a:rPr kumimoji="1"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</a:p>
          <a:p>
            <a:r>
              <a:rPr kumimoji="1"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Action(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190500" y="1869327"/>
            <a:ext cx="14927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2419169" y="1530773"/>
            <a:ext cx="1059906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2419169" y="2150262"/>
            <a:ext cx="109517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CEnemy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419169" y="2818254"/>
            <a:ext cx="86433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CItem</a:t>
            </a: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3987776" y="2068303"/>
            <a:ext cx="2108269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ObjList</a:t>
            </a:r>
          </a:p>
          <a:p>
            <a:r>
              <a:rPr lang="ja-JP" altLang="en-US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ゲーム内オブジェクト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6" name="直線コネクタ 25"/>
          <p:cNvCxnSpPr>
            <a:endCxn id="25" idx="3"/>
          </p:cNvCxnSpPr>
          <p:nvPr/>
        </p:nvCxnSpPr>
        <p:spPr>
          <a:xfrm flipV="1">
            <a:off x="3987776" y="2360691"/>
            <a:ext cx="2108269" cy="124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/>
          <p:cNvSpPr txBox="1"/>
          <p:nvPr/>
        </p:nvSpPr>
        <p:spPr>
          <a:xfrm>
            <a:off x="7097540" y="2068303"/>
            <a:ext cx="135005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CServer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Start( )</a:t>
            </a:r>
          </a:p>
          <a:p>
            <a:r>
              <a:rPr kumimoji="1"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Update(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Receive( )</a:t>
            </a:r>
          </a:p>
          <a:p>
            <a:r>
              <a:rPr kumimoji="1"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SendAll(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コネクタ 34"/>
          <p:cNvCxnSpPr/>
          <p:nvPr/>
        </p:nvCxnSpPr>
        <p:spPr>
          <a:xfrm>
            <a:off x="7097540" y="2373103"/>
            <a:ext cx="13500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7049682" y="4183923"/>
            <a:ext cx="1415772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CClient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Connect(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Sent(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7" name="直線コネクタ 36"/>
          <p:cNvCxnSpPr/>
          <p:nvPr/>
        </p:nvCxnSpPr>
        <p:spPr>
          <a:xfrm>
            <a:off x="7049682" y="4488723"/>
            <a:ext cx="14157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/>
          <p:cNvSpPr txBox="1"/>
          <p:nvPr/>
        </p:nvSpPr>
        <p:spPr>
          <a:xfrm>
            <a:off x="8259183" y="545888"/>
            <a:ext cx="1837362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CNetData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NetPlayerData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CnetDataAll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endParaRPr kumimoji="1" lang="en-US" altLang="ja-JP" sz="16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3" name="直線コネクタ 42"/>
          <p:cNvCxnSpPr/>
          <p:nvPr/>
        </p:nvCxnSpPr>
        <p:spPr>
          <a:xfrm>
            <a:off x="8259183" y="850688"/>
            <a:ext cx="1837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>
            <a:off x="6131311" y="2211111"/>
            <a:ext cx="918371" cy="367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/>
          <p:nvPr/>
        </p:nvCxnSpPr>
        <p:spPr>
          <a:xfrm>
            <a:off x="3533182" y="1677077"/>
            <a:ext cx="396997" cy="4251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/>
          <p:cNvCxnSpPr/>
          <p:nvPr/>
        </p:nvCxnSpPr>
        <p:spPr>
          <a:xfrm flipV="1">
            <a:off x="3358237" y="2304295"/>
            <a:ext cx="571942" cy="6399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/>
          <p:cNvCxnSpPr/>
          <p:nvPr/>
        </p:nvCxnSpPr>
        <p:spPr>
          <a:xfrm>
            <a:off x="3562199" y="2208884"/>
            <a:ext cx="367980" cy="22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右矢印 54"/>
          <p:cNvSpPr/>
          <p:nvPr/>
        </p:nvSpPr>
        <p:spPr>
          <a:xfrm>
            <a:off x="1791836" y="1677077"/>
            <a:ext cx="579475" cy="1267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継承</a:t>
            </a:r>
            <a:endParaRPr kumimoji="1" lang="ja-JP" altLang="en-US" dirty="0"/>
          </a:p>
        </p:txBody>
      </p:sp>
      <p:cxnSp>
        <p:nvCxnSpPr>
          <p:cNvPr id="57" name="直線矢印コネクタ 56"/>
          <p:cNvCxnSpPr/>
          <p:nvPr/>
        </p:nvCxnSpPr>
        <p:spPr>
          <a:xfrm>
            <a:off x="6131311" y="2254817"/>
            <a:ext cx="815697" cy="20137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屈折矢印 62"/>
          <p:cNvSpPr/>
          <p:nvPr/>
        </p:nvSpPr>
        <p:spPr>
          <a:xfrm rot="10800000">
            <a:off x="7629863" y="1421863"/>
            <a:ext cx="520700" cy="510427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211827" y="4199311"/>
            <a:ext cx="6378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ObjList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にあるオブジェクトをサーバ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クライアントのクラスに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渡して、通信を行う。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151881" y="5138030"/>
            <a:ext cx="626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通信で使用するデータについては、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で定義する。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205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69546" y="356302"/>
            <a:ext cx="233589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.h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　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.cpp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の準備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69546" y="2258662"/>
            <a:ext cx="3940502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クライアント側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client.h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を作成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69546" y="1000193"/>
            <a:ext cx="4078361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サーバー側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server.h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を作成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69546" y="3352031"/>
            <a:ext cx="2167581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共通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を作成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759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17551" y="253231"/>
            <a:ext cx="1107996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接続処理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17551" y="958597"/>
            <a:ext cx="518122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とりあえず、クライアントとサーバーの接続を行う。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17551" y="1663963"/>
            <a:ext cx="1146468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0" y="2254066"/>
            <a:ext cx="5676849" cy="395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2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59" y="738096"/>
            <a:ext cx="8901958" cy="3781607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18659" y="254263"/>
            <a:ext cx="145905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client.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ｃｐｐ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44059" y="4653902"/>
            <a:ext cx="6883616" cy="2031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ポート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番号は、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PC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端末によって空いてないがあるので注意する。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もし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、実行してポート番号エラーの場合は、別の場所を利用する。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b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データの通路。プリンターの接続などにも利用される。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アドレス　→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家の住所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ポート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番号　→　部屋番号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データー　→　届け物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2603500" y="2247900"/>
            <a:ext cx="345440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166759" y="2687100"/>
            <a:ext cx="6615914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dx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ライブラリの命令、指定した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アドレスとポートに接続を行う。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836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9" y="755407"/>
            <a:ext cx="6034843" cy="4870693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18659" y="254263"/>
            <a:ext cx="251703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</a:t>
            </a:r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18659" y="5777782"/>
            <a:ext cx="269016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を宣言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935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9" y="804528"/>
            <a:ext cx="6379737" cy="5532772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18659" y="254263"/>
            <a:ext cx="282962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935359" y="804528"/>
            <a:ext cx="510267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実行して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アドレスが入力できる画面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に移行する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か確認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13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18659" y="254263"/>
            <a:ext cx="282962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9" y="761792"/>
            <a:ext cx="9329846" cy="407690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318659" y="4976897"/>
            <a:ext cx="401103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の入力処理の下に、接続処理を追加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18659" y="5527889"/>
            <a:ext cx="11636519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実行して確認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クライアントの接続処理を呼び出して、接続ができない場合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kumimoji="1"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カウントが０になると、通常のゲームがスタートする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193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49756" y="355863"/>
            <a:ext cx="121539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56" y="861845"/>
            <a:ext cx="3356894" cy="2846555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094" y="845139"/>
            <a:ext cx="5601606" cy="4274909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4037694" y="355863"/>
            <a:ext cx="152798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610100" y="2685246"/>
            <a:ext cx="4965700" cy="6167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109419" y="4362829"/>
            <a:ext cx="4932761" cy="17543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dx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ライブラリの命令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PreparationListenNetWork(int) </a:t>
            </a: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ConnectNetWork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での接続を受け付ける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GetNewAcceptNetWork( )</a:t>
            </a: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接続が確立したネットワークハンドルを得る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51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9" y="722092"/>
            <a:ext cx="4832591" cy="3570508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318659" y="254263"/>
            <a:ext cx="222689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827" y="2876678"/>
            <a:ext cx="6087248" cy="3227608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5509827" y="2507346"/>
            <a:ext cx="2534668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754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73" y="964103"/>
            <a:ext cx="8152517" cy="3676135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350973" y="173579"/>
            <a:ext cx="600677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Draw( )</a:t>
            </a: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接続先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アドレスを画面に表示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するプログラム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を追加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50973" y="4925274"/>
            <a:ext cx="729398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クライアントに入力する接続先の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アドレスが、画面の下に表示される。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553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0973" y="173579"/>
            <a:ext cx="547297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の準備ができたので、接続できるか確認をする。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72" y="1160685"/>
            <a:ext cx="6131714" cy="3615514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350972" y="667132"/>
            <a:ext cx="570220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サーバークラスの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行にブレイクポイントを設定する。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0972" y="5071221"/>
            <a:ext cx="11214930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とクライアントをそれぞれ実行して、サーバー側の画面の下に表示される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アドレスをクライアント側に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をして接続をする。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うまく接続ができたら、このブレイクポイントで止まる。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5011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0973" y="173579"/>
            <a:ext cx="233589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データの送信をする。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50973" y="684794"/>
            <a:ext cx="490711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クライアントの情報をサーバー側で表示をする。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03373" y="3214204"/>
            <a:ext cx="813876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サーバー側のプロジェクトに</a:t>
            </a:r>
            <a:r>
              <a:rPr kumimoji="1"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net_player.h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net_player.cpp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を新しく追加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3373" y="1452581"/>
            <a:ext cx="7449475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＜準備＞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①サーバー側でのクライアントのプレイヤークラス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(CNetPlayer)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を作成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②座標データをクライアントから送信して、サーバー側でそれを動かす。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8081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350973" y="173579"/>
            <a:ext cx="17139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net_player.h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73" y="713114"/>
            <a:ext cx="7447862" cy="402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59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0973" y="173579"/>
            <a:ext cx="202651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net_player.cpp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413460" y="570179"/>
            <a:ext cx="371287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についは、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objID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に追加をする。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377" y="1028098"/>
            <a:ext cx="2751718" cy="2422020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73" y="570179"/>
            <a:ext cx="6477904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38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12077" y="246642"/>
            <a:ext cx="673133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サーバーとクライアントのプロジェクトに</a:t>
            </a:r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を追加する。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77" y="875208"/>
            <a:ext cx="10027342" cy="367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42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0973" y="173579"/>
            <a:ext cx="467147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クライアントからサーバーへ位置情報を送る。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0973" y="651756"/>
            <a:ext cx="1459054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client.cpp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439520" y="1021088"/>
            <a:ext cx="3809056" cy="5078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ObjList</a:t>
            </a: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を取得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PlayerSendData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に情報をコピー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送信用バッファへコピー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(char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配列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NetWorkSend( )</a:t>
            </a: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サーバー送信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8" y="1021088"/>
            <a:ext cx="8324222" cy="545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8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25581" y="173579"/>
            <a:ext cx="4554452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接続中のプレイヤー情報クラスを新しく定義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81" y="868965"/>
            <a:ext cx="5808111" cy="2290924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4780033" y="3637206"/>
            <a:ext cx="6793848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CServer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クラスに、接続中のプレイヤー情報とデータの受信処理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をする関数を定義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81" y="3324691"/>
            <a:ext cx="4284346" cy="338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90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8689" y="78428"/>
            <a:ext cx="375295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server.cpp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クライアントからのデータ受信処理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/>
          <a:srcRect b="11910"/>
          <a:stretch/>
        </p:blipFill>
        <p:spPr>
          <a:xfrm>
            <a:off x="178689" y="4806969"/>
            <a:ext cx="6146601" cy="1804845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178689" y="4437638"/>
            <a:ext cx="433003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UpDate(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で、呼び出す。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9" y="770624"/>
            <a:ext cx="8097210" cy="3603112"/>
          </a:xfrm>
          <a:prstGeom prst="rect">
            <a:avLst/>
          </a:prstGeom>
        </p:spPr>
      </p:pic>
      <p:sp>
        <p:nvSpPr>
          <p:cNvPr id="10" name="テキスト ボックス 9"/>
          <p:cNvSpPr txBox="1"/>
          <p:nvPr/>
        </p:nvSpPr>
        <p:spPr>
          <a:xfrm>
            <a:off x="4508721" y="2015241"/>
            <a:ext cx="3002745" cy="36933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受信したデータ量をチェック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656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8689" y="78428"/>
            <a:ext cx="6045245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 Update( )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で送信する処理を追加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78688" y="3346334"/>
            <a:ext cx="11410496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60FPS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で毎フレーム送ると、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人数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が増えるとそれだけ、通信処理が増える。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b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しかも、通信遅延があるので、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60FPS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で送ったからといっても、必ず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60FPS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で相手に反映されるわけではない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8688" y="4197214"/>
            <a:ext cx="7471917" cy="1754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良くある考え方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ゲーム処理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60FPS</a:t>
            </a: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通信処理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60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回／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程度で送受信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ゲームの種類によって変更）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表示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補完して滑らかにする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8688" y="6024853"/>
            <a:ext cx="620233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今回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のゲームであれば、通信は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フレームくらいで問題ない。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2"/>
          <a:srcRect b="9129"/>
          <a:stretch/>
        </p:blipFill>
        <p:spPr>
          <a:xfrm>
            <a:off x="212837" y="521073"/>
            <a:ext cx="6168190" cy="271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6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8689" y="180028"/>
            <a:ext cx="407836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プレイヤー情報の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netHandle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を更新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8689" y="4596876"/>
            <a:ext cx="856837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クライアントからの接続を受け付けて、成功したら、ネットワークハンドルを取得する。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8689" y="5085818"/>
            <a:ext cx="820609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GetNewAcceptNetWork(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は、接続された相手のハンドルを取得する処理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88" y="668970"/>
            <a:ext cx="7276211" cy="383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23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8689" y="180028"/>
            <a:ext cx="329449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で実行して接続を確認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89" y="1338088"/>
            <a:ext cx="10492209" cy="80808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78689" y="752774"/>
            <a:ext cx="813075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関数のこの部分にブレイクポイントを置いて、実行する。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8689" y="2314874"/>
            <a:ext cx="10600979" cy="852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ちゃんと通信がされていれば、ここでプログラムがストップする。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ストップしたら、</a:t>
            </a:r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data.pos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の値を確認をして、クライアントのプレイヤーの座標が入っていれば、通信成功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794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BF93A02-E55C-48E6-A064-2DF9F1DAB721}"/>
</file>

<file path=customXml/itemProps2.xml><?xml version="1.0" encoding="utf-8"?>
<ds:datastoreItem xmlns:ds="http://schemas.openxmlformats.org/officeDocument/2006/customXml" ds:itemID="{1BDAD097-7DB8-4C6B-8C31-BBE992E3E50B}"/>
</file>

<file path=customXml/itemProps3.xml><?xml version="1.0" encoding="utf-8"?>
<ds:datastoreItem xmlns:ds="http://schemas.openxmlformats.org/officeDocument/2006/customXml" ds:itemID="{F3E48830-67B8-4F8C-B16A-FC1064246598}"/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945</Words>
  <Application>Microsoft Office PowerPoint</Application>
  <PresentationFormat>ワイド画面</PresentationFormat>
  <Paragraphs>136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8" baseType="lpstr">
      <vt:lpstr>BIZ UDPゴシック</vt:lpstr>
      <vt:lpstr>游ゴシック</vt:lpstr>
      <vt:lpstr>游ゴシック Light</vt:lpstr>
      <vt:lpstr>Arial</vt:lpstr>
      <vt:lpstr>Office テーマ</vt:lpstr>
      <vt:lpstr>プレイヤーの接続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プレイヤーの接続</dc:title>
  <dc:creator>脇坂慎也</dc:creator>
  <cp:lastModifiedBy>脇坂慎也</cp:lastModifiedBy>
  <cp:revision>34</cp:revision>
  <dcterms:created xsi:type="dcterms:W3CDTF">2026-08-31T00:57:52Z</dcterms:created>
  <dcterms:modified xsi:type="dcterms:W3CDTF">2026-09-08T00:21:24Z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
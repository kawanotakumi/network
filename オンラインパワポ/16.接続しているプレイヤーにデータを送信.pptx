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5" r:id="rId18"/>
    <p:sldId id="272" r:id="rId1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3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8869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500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056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2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0374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937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90040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429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0009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560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432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68227-D5CC-4247-8A1F-314E6F513FE9}" type="datetimeFigureOut">
              <a:rPr kumimoji="1" lang="ja-JP" altLang="en-US" smtClean="0"/>
              <a:t>2026/9/8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16980-42CB-47BA-A2B0-ECAF22A256EF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170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 smtClean="0"/>
              <a:t>サーバーから接続しているクライアントへデータ送信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1310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299425" y="751841"/>
            <a:ext cx="5456943" cy="29301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手順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kumimoji="1"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サーバの情報から送信データを作成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プレイヤー情報の接続中のプレイヤーにデータを送信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受信したデータからクライアントの情報を更新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99425" y="4086403"/>
            <a:ext cx="11519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手順だけで見ると簡単にみえるが、ここにきて複数のプレイヤーデータを管理する場合、必要な情報が見えてくる。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99425" y="4728918"/>
            <a:ext cx="675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ここで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、サーバーとクライアントの役割を整理しておく必要がある。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762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/>
          <p:cNvSpPr txBox="1"/>
          <p:nvPr/>
        </p:nvSpPr>
        <p:spPr>
          <a:xfrm>
            <a:off x="213160" y="0"/>
            <a:ext cx="3982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　クライアントからデータを受け取る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　ゲームの状態を管理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　ゲーム情報をクライアントへ送る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782949" y="1641"/>
            <a:ext cx="5511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　プレイヤーの入力処理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　入力情報をサーバーへ送る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　サーバーから受け取ったゲーム情報を画面に表示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782949" y="1707717"/>
            <a:ext cx="295465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プレイヤーの</a:t>
            </a:r>
            <a:r>
              <a:rPr kumimoji="1" lang="ja-JP" altLang="en-US" dirty="0" smtClean="0"/>
              <a:t>入力処理</a:t>
            </a:r>
            <a:endParaRPr kumimoji="1" lang="en-US" altLang="ja-JP" dirty="0" smtClean="0"/>
          </a:p>
          <a:p>
            <a:r>
              <a:rPr lang="ja-JP" altLang="en-US" dirty="0" smtClean="0"/>
              <a:t>入力情報をサーバーへ送信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17355" y="1707717"/>
            <a:ext cx="3877985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入力情報を元にゲームの状態を更新</a:t>
            </a:r>
            <a:endParaRPr lang="en-US" altLang="ja-JP" dirty="0" smtClean="0"/>
          </a:p>
          <a:p>
            <a:r>
              <a:rPr kumimoji="1" lang="ja-JP" altLang="en-US" dirty="0" smtClean="0"/>
              <a:t>　・プレイヤー</a:t>
            </a:r>
            <a:endParaRPr kumimoji="1" lang="en-US" altLang="ja-JP" dirty="0" smtClean="0"/>
          </a:p>
          <a:p>
            <a:r>
              <a:rPr lang="ja-JP" altLang="en-US" dirty="0" smtClean="0"/>
              <a:t>　・敵</a:t>
            </a:r>
            <a:endParaRPr lang="en-US" altLang="ja-JP" dirty="0"/>
          </a:p>
          <a:p>
            <a:r>
              <a:rPr lang="ja-JP" altLang="en-US" dirty="0" smtClean="0"/>
              <a:t>　・アイテム</a:t>
            </a:r>
            <a:endParaRPr lang="en-US" altLang="ja-JP" dirty="0" smtClean="0"/>
          </a:p>
        </p:txBody>
      </p:sp>
      <p:sp>
        <p:nvSpPr>
          <p:cNvPr id="14" name="正方形/長方形 13"/>
          <p:cNvSpPr/>
          <p:nvPr/>
        </p:nvSpPr>
        <p:spPr>
          <a:xfrm>
            <a:off x="5240740" y="92858"/>
            <a:ext cx="68239" cy="66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17355" y="3723922"/>
            <a:ext cx="457048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ゲーム情報の送信データ作成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・全プレイヤー情報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・敵情報</a:t>
            </a:r>
            <a:endParaRPr lang="en-US" altLang="ja-JP" dirty="0" smtClean="0"/>
          </a:p>
          <a:p>
            <a:r>
              <a:rPr lang="ja-JP" altLang="en-US" dirty="0"/>
              <a:t>　</a:t>
            </a:r>
            <a:r>
              <a:rPr lang="ja-JP" altLang="en-US" dirty="0" smtClean="0"/>
              <a:t>・アイテム情報</a:t>
            </a:r>
            <a:endParaRPr lang="en-US" altLang="ja-JP" dirty="0" smtClean="0"/>
          </a:p>
          <a:p>
            <a:r>
              <a:rPr lang="ja-JP" altLang="en-US" dirty="0"/>
              <a:t>ゲーム情報</a:t>
            </a:r>
            <a:r>
              <a:rPr lang="ja-JP" altLang="en-US" dirty="0" smtClean="0"/>
              <a:t>をすべてのクライアントに送信</a:t>
            </a:r>
            <a:endParaRPr lang="en-US" altLang="ja-JP" dirty="0" smtClean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782949" y="4292073"/>
            <a:ext cx="480131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/>
              <a:t>送られた情報を元に情報を更新して描画処理</a:t>
            </a:r>
            <a:endParaRPr kumimoji="1" lang="ja-JP" altLang="en-US" dirty="0"/>
          </a:p>
        </p:txBody>
      </p:sp>
      <p:cxnSp>
        <p:nvCxnSpPr>
          <p:cNvPr id="20" name="直線矢印コネクタ 19"/>
          <p:cNvCxnSpPr>
            <a:stCxn id="11" idx="1"/>
            <a:endCxn id="12" idx="3"/>
          </p:cNvCxnSpPr>
          <p:nvPr/>
        </p:nvCxnSpPr>
        <p:spPr>
          <a:xfrm flipH="1">
            <a:off x="4195340" y="2030883"/>
            <a:ext cx="1587609" cy="2769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>
            <a:stCxn id="15" idx="3"/>
            <a:endCxn id="18" idx="1"/>
          </p:cNvCxnSpPr>
          <p:nvPr/>
        </p:nvCxnSpPr>
        <p:spPr>
          <a:xfrm>
            <a:off x="4887837" y="4462586"/>
            <a:ext cx="895112" cy="1415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>
            <a:stCxn id="12" idx="2"/>
          </p:cNvCxnSpPr>
          <p:nvPr/>
        </p:nvCxnSpPr>
        <p:spPr>
          <a:xfrm flipH="1">
            <a:off x="2256347" y="2908046"/>
            <a:ext cx="1" cy="81587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59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/>
          <p:cNvSpPr txBox="1"/>
          <p:nvPr/>
        </p:nvSpPr>
        <p:spPr>
          <a:xfrm>
            <a:off x="136478" y="224087"/>
            <a:ext cx="11109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複数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のプレイヤーを区別する為にプレイヤー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を用意する必要がある。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これによって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、クライアントはサーバーから受信したプレイヤー情報の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から、自分のプレイヤーを特定できる。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36478" y="1061234"/>
            <a:ext cx="54922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netHandle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→　通信相手を識別する為の番号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 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　ゲーム内のプレイヤーを識別する番号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36478" y="2441260"/>
            <a:ext cx="28536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の割り当て処理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直線コネクタ 16"/>
          <p:cNvCxnSpPr/>
          <p:nvPr/>
        </p:nvCxnSpPr>
        <p:spPr>
          <a:xfrm>
            <a:off x="136478" y="2175380"/>
            <a:ext cx="112730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テキスト ボックス 17"/>
          <p:cNvSpPr txBox="1"/>
          <p:nvPr/>
        </p:nvSpPr>
        <p:spPr>
          <a:xfrm>
            <a:off x="136478" y="2953641"/>
            <a:ext cx="538320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クライアントがサーバーへ接続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空いて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いるプレイヤースロットを探す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空いて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いるスロット番号を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として使用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プレイヤー情報の接続状態を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CONNECTED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に変更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	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↓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割り当てた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をクライアントへ送信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30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11109" y="240009"/>
            <a:ext cx="2165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09" y="846071"/>
            <a:ext cx="6796354" cy="1815242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9" y="3097647"/>
            <a:ext cx="6703102" cy="330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145143" y="88391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CServer.cpp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3" y="485433"/>
            <a:ext cx="9392961" cy="6230219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6054940" y="3600542"/>
            <a:ext cx="592982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新規接続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がサーバーにあった場合、クライアントにスロット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番号を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として送信する。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プレイヤー情報の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も更新する。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50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98195" y="385889"/>
            <a:ext cx="400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クライアントクラスに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78" y="904383"/>
            <a:ext cx="5490974" cy="5660529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872195" y="1572040"/>
            <a:ext cx="585769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サーバーに接続後に、送られてくる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をここに設定する。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832824" y="5062726"/>
            <a:ext cx="297389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送られて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きた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の受信処理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0612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1303" y="255260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/>
          <a:srcRect b="25171"/>
          <a:stretch/>
        </p:blipFill>
        <p:spPr>
          <a:xfrm>
            <a:off x="141303" y="917143"/>
            <a:ext cx="6685357" cy="2133106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41303" y="3342801"/>
            <a:ext cx="1168140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これくらいの規模であれば、関数化については無理にすることはないですが、そもそも、関数化する意味は、役割を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分けること。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この場合、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Connect( )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では、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①サーバーへ接続する。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②接続成功後に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を受信する。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という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つの処理をしています。　これを分けることで、それぞれの役割を明確にさせる事ができる。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535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0" y="124632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client.cpp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3" y="638645"/>
            <a:ext cx="7760010" cy="5036441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17533" y="5819783"/>
            <a:ext cx="8746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ここまでで、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break;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に、ブレークポイントを設定して、サーバーと接続を試してみる。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問題がなければ、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myPlayerID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が設定される。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7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41303" y="255260"/>
            <a:ext cx="11901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を設定する事ができたので、これで、クライアントから入力情報をサーバーへ送って、サーバーで処理をした結果を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クライアントへ戻して、結果を更新する事が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できる。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1303" y="1377003"/>
            <a:ext cx="289053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送信するデータ形式を定義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" y="2416511"/>
            <a:ext cx="8063545" cy="231514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170587" y="1967828"/>
            <a:ext cx="285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に定義を追加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0587" y="4965027"/>
            <a:ext cx="9583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基本的に、</a:t>
            </a:r>
            <a:r>
              <a:rPr lang="en-US" altLang="ja-JP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NetData.h</a:t>
            </a:r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の定義は、サーバとクライアントのプロジェクトで同じ内容にしておく。</a:t>
            </a:r>
            <a:endParaRPr lang="en-US" altLang="ja-JP" b="1" dirty="0" smtClea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9538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293703" y="218975"/>
            <a:ext cx="95718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</a:t>
            </a:r>
          </a:p>
          <a:p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送信するデータを作成して、接続しているすべてのクライアントへデータを送信する関数を追加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3" y="1371173"/>
            <a:ext cx="9716195" cy="38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77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293703" y="218975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CServer.cpp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0" y="713953"/>
            <a:ext cx="9145276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66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3" y="588307"/>
            <a:ext cx="5404193" cy="611637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93703" y="117375"/>
            <a:ext cx="2449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CClient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409223" y="1833297"/>
            <a:ext cx="261481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接続中のプレイヤー情報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631223" y="5744897"/>
            <a:ext cx="34579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サーバーからのデータ受信処理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4493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2" y="902316"/>
            <a:ext cx="10104759" cy="529528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88132" y="146403"/>
            <a:ext cx="3163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CClient.cpp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3855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88132" y="225449"/>
            <a:ext cx="4982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CNetPlayer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オブジェクトに識別用の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を定義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 rotWithShape="1">
          <a:blip r:embed="rId2"/>
          <a:srcRect r="11066"/>
          <a:stretch/>
        </p:blipFill>
        <p:spPr>
          <a:xfrm>
            <a:off x="188132" y="947658"/>
            <a:ext cx="5651252" cy="519188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787026" y="4228154"/>
            <a:ext cx="44534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を生成するときに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ID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情報を渡す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19" y="1891086"/>
            <a:ext cx="5875278" cy="35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13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88132" y="225449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function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8132" y="972934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function.h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2" y="1459163"/>
            <a:ext cx="6923040" cy="353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78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88132" y="225449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function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に処理を追加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88132" y="972934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function.cpp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2" y="1491066"/>
            <a:ext cx="8230154" cy="49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85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32" y="594781"/>
            <a:ext cx="7059010" cy="4715533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88132" y="225449"/>
            <a:ext cx="4387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クライアントの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game::UpDate(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に追加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02719" y="5679646"/>
            <a:ext cx="783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ここまでで、実行するとクライアント側にサーバーのプレイヤーが表示される。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5989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FDF9968-4654-4CAE-A257-CCE2751EB9DD}"/>
</file>

<file path=customXml/itemProps2.xml><?xml version="1.0" encoding="utf-8"?>
<ds:datastoreItem xmlns:ds="http://schemas.openxmlformats.org/officeDocument/2006/customXml" ds:itemID="{3F495A95-75FB-46D9-8A3B-F457D78CF17F}"/>
</file>

<file path=customXml/itemProps3.xml><?xml version="1.0" encoding="utf-8"?>
<ds:datastoreItem xmlns:ds="http://schemas.openxmlformats.org/officeDocument/2006/customXml" ds:itemID="{3EAB2187-053B-4B71-85F1-1FB5DA7737C7}"/>
</file>

<file path=docProps/app.xml><?xml version="1.0" encoding="utf-8"?>
<Properties xmlns="http://schemas.openxmlformats.org/officeDocument/2006/extended-properties" xmlns:vt="http://schemas.openxmlformats.org/officeDocument/2006/docPropsVTypes">
  <TotalTime>4545</TotalTime>
  <Words>671</Words>
  <Application>Microsoft Office PowerPoint</Application>
  <PresentationFormat>ワイド画面</PresentationFormat>
  <Paragraphs>84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BIZ UDPゴシック</vt:lpstr>
      <vt:lpstr>游ゴシック</vt:lpstr>
      <vt:lpstr>游ゴシック Light</vt:lpstr>
      <vt:lpstr>Arial</vt:lpstr>
      <vt:lpstr>Office テーマ</vt:lpstr>
      <vt:lpstr>サーバーから接続しているクライアントへデータ送信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接続しているプレイヤーにデータを送信</dc:title>
  <dc:creator>event</dc:creator>
  <cp:lastModifiedBy>脇坂慎也</cp:lastModifiedBy>
  <cp:revision>30</cp:revision>
  <dcterms:created xsi:type="dcterms:W3CDTF">2026-09-03T03:00:07Z</dcterms:created>
  <dcterms:modified xsi:type="dcterms:W3CDTF">2026-09-08T00:21:41Z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
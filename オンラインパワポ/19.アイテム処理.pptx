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519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07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486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7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8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30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38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598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391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27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74D3C-4F66-4156-84D9-4402D76138B1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F0646-84F8-4F13-8E07-33673F71D7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22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アイテム処理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56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9505" y="282632"/>
            <a:ext cx="616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サーバー側のクライアントとアイテムと判定処理を追加する。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05" y="1345957"/>
            <a:ext cx="6470653" cy="5323955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99505" y="976625"/>
            <a:ext cx="546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の他のプレイヤーに経験値変数を用意する。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501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t="3865" b="12574"/>
          <a:stretch/>
        </p:blipFill>
        <p:spPr>
          <a:xfrm>
            <a:off x="199505" y="1608666"/>
            <a:ext cx="9110750" cy="3083453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99505" y="178603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当たり判定の処理を追加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99505" y="1109935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CollisionUpdata.h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941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/>
          <a:srcRect t="15111" b="12472"/>
          <a:stretch/>
        </p:blipFill>
        <p:spPr>
          <a:xfrm>
            <a:off x="217378" y="2980267"/>
            <a:ext cx="9021434" cy="372533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3"/>
          <a:srcRect t="15986" b="14409"/>
          <a:stretch/>
        </p:blipFill>
        <p:spPr>
          <a:xfrm>
            <a:off x="217378" y="694268"/>
            <a:ext cx="9421540" cy="2048934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17378" y="206404"/>
            <a:ext cx="276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CollisionUpdata.cpp</a:t>
            </a:r>
          </a:p>
        </p:txBody>
      </p:sp>
    </p:spTree>
    <p:extLst>
      <p:ext uri="{BB962C8B-B14F-4D97-AF65-F5344CB8AC3E}">
        <p14:creationId xmlns:p14="http://schemas.microsoft.com/office/powerpoint/2010/main" val="305703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5" y="406401"/>
            <a:ext cx="6453412" cy="6248400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18535" y="37069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item.cpp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891869" y="492669"/>
            <a:ext cx="371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アイテムを取得した時の処理を追加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894669" y="1915069"/>
            <a:ext cx="37882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オブジェクトによって処理をわける。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571947" y="3821672"/>
            <a:ext cx="54024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ここまでで実行して確認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サーバー側で、クライアントがアイテムを取得できる。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2779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8" y="1453899"/>
            <a:ext cx="7440063" cy="3543795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42368" y="265672"/>
            <a:ext cx="6989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サーバー側のプレイヤーとネットプレイヤーの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経験値を表示する。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173" y="1826432"/>
            <a:ext cx="3913897" cy="277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1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42368" y="265672"/>
            <a:ext cx="77107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アイテムを同期する。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敵と同じ要領で、サーバーから必要な情報を集めてクライアントへ送ります。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8" y="2094472"/>
            <a:ext cx="5458587" cy="4629796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42368" y="1615309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例）</a:t>
            </a:r>
            <a:r>
              <a:rPr kumimoji="1"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892629" y="3640396"/>
            <a:ext cx="5963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ここからは応用となるので、個々でプログラムを改造していきましょう。</a:t>
            </a:r>
            <a:endParaRPr kumimoji="1" lang="en-US" altLang="ja-JP" b="1" dirty="0" smtClea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892629" y="2094472"/>
            <a:ext cx="6117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アイテムを同期させる場合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、敵の管理をした時と同じように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管理用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を発行して同期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するようにします。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その場合、管理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を発行する</a:t>
            </a:r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GetNextEnemyID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 )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関数を幅広く使えるように改造すると管理しやすい。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0128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48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92E0DC8-8905-4ED2-AF16-F19921FFC91B}"/>
</file>

<file path=customXml/itemProps2.xml><?xml version="1.0" encoding="utf-8"?>
<ds:datastoreItem xmlns:ds="http://schemas.openxmlformats.org/officeDocument/2006/customXml" ds:itemID="{31775A3B-FD82-417F-A992-8F5E445961F0}"/>
</file>

<file path=customXml/itemProps3.xml><?xml version="1.0" encoding="utf-8"?>
<ds:datastoreItem xmlns:ds="http://schemas.openxmlformats.org/officeDocument/2006/customXml" ds:itemID="{7AC1B058-1DF1-446C-B741-412715D289CA}"/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110</Words>
  <Application>Microsoft Office PowerPoint</Application>
  <PresentationFormat>ワイド画面</PresentationFormat>
  <Paragraphs>22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BIZ UDPゴシック</vt:lpstr>
      <vt:lpstr>游ゴシック</vt:lpstr>
      <vt:lpstr>游ゴシック Light</vt:lpstr>
      <vt:lpstr>Arial</vt:lpstr>
      <vt:lpstr>Office テーマ</vt:lpstr>
      <vt:lpstr>アイテム処理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アイテム処理</dc:title>
  <dc:creator>event</dc:creator>
  <cp:lastModifiedBy>event</cp:lastModifiedBy>
  <cp:revision>10</cp:revision>
  <dcterms:created xsi:type="dcterms:W3CDTF">2026-09-14T05:38:41Z</dcterms:created>
  <dcterms:modified xsi:type="dcterms:W3CDTF">2026-09-18T05:58:57Z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
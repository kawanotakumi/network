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9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F3AB-BE8F-4CE5-9E5C-336EC9B8206C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09945-2FB6-46F8-AF67-74286B37D09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7907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F3AB-BE8F-4CE5-9E5C-336EC9B8206C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09945-2FB6-46F8-AF67-74286B37D09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1078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F3AB-BE8F-4CE5-9E5C-336EC9B8206C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09945-2FB6-46F8-AF67-74286B37D09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82973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F3AB-BE8F-4CE5-9E5C-336EC9B8206C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09945-2FB6-46F8-AF67-74286B37D09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93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F3AB-BE8F-4CE5-9E5C-336EC9B8206C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09945-2FB6-46F8-AF67-74286B37D09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96102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F3AB-BE8F-4CE5-9E5C-336EC9B8206C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09945-2FB6-46F8-AF67-74286B37D09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2268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F3AB-BE8F-4CE5-9E5C-336EC9B8206C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09945-2FB6-46F8-AF67-74286B37D09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1709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F3AB-BE8F-4CE5-9E5C-336EC9B8206C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09945-2FB6-46F8-AF67-74286B37D09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75839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F3AB-BE8F-4CE5-9E5C-336EC9B8206C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09945-2FB6-46F8-AF67-74286B37D09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9836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F3AB-BE8F-4CE5-9E5C-336EC9B8206C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09945-2FB6-46F8-AF67-74286B37D09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4741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F3AB-BE8F-4CE5-9E5C-336EC9B8206C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09945-2FB6-46F8-AF67-74286B37D09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1034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0F3AB-BE8F-4CE5-9E5C-336EC9B8206C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09945-2FB6-46F8-AF67-74286B37D09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98477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ネットワークゲーム開発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 smtClean="0"/>
              <a:t>テンプレート：</a:t>
            </a:r>
            <a:r>
              <a:rPr lang="en-US" altLang="ja-JP" dirty="0" smtClean="0"/>
              <a:t>2026_base_rpg</a:t>
            </a:r>
            <a:r>
              <a:rPr lang="ja-JP" altLang="en-US" dirty="0" smtClean="0"/>
              <a:t>対応</a:t>
            </a:r>
            <a:endParaRPr lang="en-US" altLang="ja-JP" dirty="0" smtClean="0"/>
          </a:p>
          <a:p>
            <a:r>
              <a:rPr lang="en-US" altLang="ja-JP" dirty="0" smtClean="0"/>
              <a:t>dxlib_tmp_2026_vol7.42</a:t>
            </a:r>
          </a:p>
        </p:txBody>
      </p:sp>
    </p:spTree>
    <p:extLst>
      <p:ext uri="{BB962C8B-B14F-4D97-AF65-F5344CB8AC3E}">
        <p14:creationId xmlns:p14="http://schemas.microsoft.com/office/powerpoint/2010/main" val="86617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配布ライブラリの重要箇所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BaseVectro</a:t>
            </a:r>
          </a:p>
          <a:p>
            <a:r>
              <a:rPr lang="en-US" altLang="ja-JP" dirty="0" smtClean="0"/>
              <a:t>ObjList</a:t>
            </a:r>
          </a:p>
          <a:p>
            <a:r>
              <a:rPr kumimoji="1" lang="en-US" altLang="ja-JP" dirty="0" smtClean="0"/>
              <a:t>Action()</a:t>
            </a:r>
          </a:p>
          <a:p>
            <a:r>
              <a:rPr kumimoji="1" lang="en-US" altLang="ja-JP" dirty="0" smtClean="0"/>
              <a:t>add_list</a:t>
            </a:r>
          </a:p>
          <a:p>
            <a:r>
              <a:rPr lang="ja-JP" altLang="en-US" dirty="0" smtClean="0"/>
              <a:t>削除</a:t>
            </a:r>
            <a:endParaRPr lang="en-US" altLang="ja-JP" dirty="0" smtClean="0"/>
          </a:p>
          <a:p>
            <a:r>
              <a:rPr lang="ja-JP" altLang="en-US" dirty="0"/>
              <a:t>当たり</a:t>
            </a:r>
            <a:r>
              <a:rPr lang="ja-JP" altLang="en-US" dirty="0" smtClean="0"/>
              <a:t>判定</a:t>
            </a:r>
            <a:endParaRPr lang="en-US" altLang="ja-JP" dirty="0" smtClean="0"/>
          </a:p>
          <a:p>
            <a:r>
              <a:rPr kumimoji="1" lang="en-US" altLang="ja-JP" dirty="0" smtClean="0"/>
              <a:t>pri</a:t>
            </a:r>
            <a:r>
              <a:rPr kumimoji="1" lang="ja-JP" altLang="en-US" dirty="0" smtClean="0"/>
              <a:t>とソート</a:t>
            </a:r>
            <a:endParaRPr kumimoji="1" lang="en-US" altLang="ja-JP" dirty="0" smtClean="0"/>
          </a:p>
          <a:p>
            <a:r>
              <a:rPr lang="en-US" altLang="ja-JP" dirty="0" smtClean="0"/>
              <a:t>sprite</a:t>
            </a:r>
            <a:r>
              <a:rPr lang="ja-JP" altLang="en-US" dirty="0" smtClean="0"/>
              <a:t>クラス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4201488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BaseVector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381000" y="3163333"/>
            <a:ext cx="2057400" cy="330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Character</a:t>
            </a:r>
            <a:r>
              <a:rPr kumimoji="1" lang="ja-JP" altLang="en-US" dirty="0" smtClean="0"/>
              <a:t>クラス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365125" y="3873508"/>
            <a:ext cx="2108200" cy="330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BaseVector</a:t>
            </a:r>
            <a:r>
              <a:rPr kumimoji="1" lang="ja-JP" altLang="en-US" dirty="0" smtClean="0"/>
              <a:t>クラス</a:t>
            </a:r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001219"/>
            <a:ext cx="6412647" cy="376253"/>
          </a:xfrm>
          <a:prstGeom prst="rect">
            <a:avLst/>
          </a:prstGeom>
        </p:spPr>
      </p:pic>
      <p:sp>
        <p:nvSpPr>
          <p:cNvPr id="7" name="正方形/長方形 6"/>
          <p:cNvSpPr/>
          <p:nvPr/>
        </p:nvSpPr>
        <p:spPr>
          <a:xfrm>
            <a:off x="466725" y="4602734"/>
            <a:ext cx="1822450" cy="33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Player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/>
        </p:nvSpPr>
        <p:spPr>
          <a:xfrm>
            <a:off x="466725" y="5136951"/>
            <a:ext cx="1822450" cy="33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Enemy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466725" y="5671168"/>
            <a:ext cx="1822450" cy="33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Bullet</a:t>
            </a:r>
            <a:endParaRPr kumimoji="1" lang="ja-JP" altLang="en-US" dirty="0"/>
          </a:p>
        </p:txBody>
      </p:sp>
      <p:cxnSp>
        <p:nvCxnSpPr>
          <p:cNvPr id="10" name="直線矢印コネクタ 9"/>
          <p:cNvCxnSpPr/>
          <p:nvPr/>
        </p:nvCxnSpPr>
        <p:spPr>
          <a:xfrm>
            <a:off x="1381125" y="3525291"/>
            <a:ext cx="0" cy="3196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>
            <a:off x="1371600" y="4235467"/>
            <a:ext cx="0" cy="3196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>
            <a:off x="2473325" y="3324225"/>
            <a:ext cx="4511675" cy="42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7098586" y="1717121"/>
            <a:ext cx="4801314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ja-JP" altLang="en-US" b="1" dirty="0" smtClean="0">
                <a:solidFill>
                  <a:schemeClr val="tx1"/>
                </a:solidFill>
              </a:rPr>
              <a:t>ｷｬﾗｸﾀｰの基本情報</a:t>
            </a:r>
            <a:endParaRPr lang="en-US" altLang="ja-JP" b="1" dirty="0" smtClean="0">
              <a:solidFill>
                <a:schemeClr val="tx1"/>
              </a:solidFill>
            </a:endParaRPr>
          </a:p>
          <a:p>
            <a:r>
              <a:rPr lang="ja-JP" altLang="en-US" dirty="0" smtClean="0"/>
              <a:t>位置 </a:t>
            </a:r>
            <a:r>
              <a:rPr lang="en-US" altLang="ja-JP" dirty="0" smtClean="0"/>
              <a:t>pos</a:t>
            </a:r>
          </a:p>
          <a:p>
            <a:r>
              <a:rPr kumimoji="1" lang="ja-JP" altLang="en-US" dirty="0" smtClean="0"/>
              <a:t>移動ベクトル </a:t>
            </a:r>
            <a:r>
              <a:rPr kumimoji="1" lang="en-US" altLang="ja-JP" dirty="0" smtClean="0"/>
              <a:t>vec</a:t>
            </a:r>
          </a:p>
          <a:p>
            <a:r>
              <a:rPr lang="ja-JP" altLang="en-US" dirty="0" smtClean="0"/>
              <a:t>角度 </a:t>
            </a:r>
            <a:r>
              <a:rPr lang="en-US" altLang="ja-JP" dirty="0" smtClean="0"/>
              <a:t>angle</a:t>
            </a:r>
          </a:p>
          <a:p>
            <a:r>
              <a:rPr kumimoji="1" lang="ja-JP" altLang="en-US" dirty="0" smtClean="0"/>
              <a:t>向き </a:t>
            </a:r>
            <a:r>
              <a:rPr kumimoji="1" lang="en-US" altLang="ja-JP" dirty="0" smtClean="0"/>
              <a:t>Dir</a:t>
            </a:r>
          </a:p>
          <a:p>
            <a:endParaRPr lang="en-US" altLang="ja-JP" dirty="0"/>
          </a:p>
          <a:p>
            <a:r>
              <a:rPr kumimoji="1" lang="ja-JP" altLang="en-US" dirty="0" smtClean="0"/>
              <a:t>などの「キャラとしての最低限必要な情報」</a:t>
            </a:r>
            <a:endParaRPr kumimoji="1" lang="en-US" altLang="ja-JP" dirty="0" smtClean="0"/>
          </a:p>
        </p:txBody>
      </p:sp>
      <p:cxnSp>
        <p:nvCxnSpPr>
          <p:cNvPr id="14" name="直線矢印コネクタ 13"/>
          <p:cNvCxnSpPr/>
          <p:nvPr/>
        </p:nvCxnSpPr>
        <p:spPr>
          <a:xfrm>
            <a:off x="2531656" y="4038608"/>
            <a:ext cx="45284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3030597" y="3844932"/>
            <a:ext cx="5999103" cy="286232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 smtClean="0">
                <a:solidFill>
                  <a:schemeClr val="tx1"/>
                </a:solidFill>
              </a:rPr>
              <a:t>ゲーム内のオブジェクトとして動かすための基本情報</a:t>
            </a:r>
            <a:endParaRPr kumimoji="1" lang="en-US" altLang="ja-JP" b="1" dirty="0" smtClean="0">
              <a:solidFill>
                <a:schemeClr val="tx1"/>
              </a:solidFill>
            </a:endParaRPr>
          </a:p>
          <a:p>
            <a:r>
              <a:rPr kumimoji="1" lang="ja-JP" altLang="en-US" dirty="0" smtClean="0"/>
              <a:t>オブジェクト</a:t>
            </a:r>
            <a:r>
              <a:rPr kumimoji="1" lang="en-US" altLang="ja-JP" dirty="0" smtClean="0"/>
              <a:t>ID</a:t>
            </a:r>
          </a:p>
          <a:p>
            <a:r>
              <a:rPr lang="ja-JP" altLang="en-US" dirty="0" smtClean="0"/>
              <a:t>存在フラグ</a:t>
            </a:r>
            <a:endParaRPr lang="en-US" altLang="ja-JP" dirty="0" smtClean="0"/>
          </a:p>
          <a:p>
            <a:r>
              <a:rPr kumimoji="1" lang="ja-JP" altLang="en-US" dirty="0" smtClean="0"/>
              <a:t>描画フラグ</a:t>
            </a:r>
            <a:endParaRPr kumimoji="1" lang="en-US" altLang="ja-JP" dirty="0" smtClean="0"/>
          </a:p>
          <a:p>
            <a:r>
              <a:rPr lang="en-US" altLang="ja-JP" dirty="0" smtClean="0"/>
              <a:t>sprite</a:t>
            </a:r>
            <a:r>
              <a:rPr lang="ja-JP" altLang="en-US" dirty="0" smtClean="0"/>
              <a:t>クラス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en-US" altLang="ja-JP" dirty="0" smtClean="0"/>
              <a:t>Action()</a:t>
            </a:r>
          </a:p>
          <a:p>
            <a:r>
              <a:rPr lang="en-US" altLang="ja-JP" dirty="0" smtClean="0"/>
              <a:t>Draw()</a:t>
            </a:r>
            <a:endParaRPr lang="en-US" altLang="ja-JP" dirty="0"/>
          </a:p>
          <a:p>
            <a:endParaRPr lang="en-US" altLang="ja-JP" dirty="0" smtClean="0"/>
          </a:p>
          <a:p>
            <a:r>
              <a:rPr lang="ja-JP" altLang="en-US" dirty="0"/>
              <a:t>など</a:t>
            </a:r>
            <a:r>
              <a:rPr lang="ja-JP" altLang="en-US" dirty="0" smtClean="0"/>
              <a:t>を追加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3230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ObjList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59" y="1730376"/>
            <a:ext cx="7440588" cy="377843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444159" y="2451100"/>
            <a:ext cx="73404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ゲーム中に存在するオブジェクトを全て管理する。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lang="ja-JP" altLang="en-US" b="1" dirty="0" smtClean="0"/>
              <a:t>ゲーム中に存在するすべてのオブジェクトを１つのリストで管理する</a:t>
            </a:r>
            <a:endParaRPr lang="en-US" altLang="ja-JP" b="1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44159" y="3434141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base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333500" y="3851516"/>
            <a:ext cx="8515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/>
              <a:t>Player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333500" y="4379063"/>
            <a:ext cx="90281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/>
              <a:t>Enemy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333500" y="4906610"/>
            <a:ext cx="90281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/>
              <a:t>Enemy</a:t>
            </a:r>
            <a:endParaRPr kumimoji="1" lang="ja-JP" altLang="en-US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333500" y="5434157"/>
            <a:ext cx="80823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/>
              <a:t>Bullet</a:t>
            </a:r>
            <a:endParaRPr kumimoji="1" lang="ja-JP" altLang="en-US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333500" y="5961704"/>
            <a:ext cx="6607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/>
              <a:t>Item</a:t>
            </a:r>
            <a:endParaRPr kumimoji="1" lang="ja-JP" altLang="en-US" dirty="0"/>
          </a:p>
        </p:txBody>
      </p:sp>
      <p:cxnSp>
        <p:nvCxnSpPr>
          <p:cNvPr id="13" name="直線コネクタ 12"/>
          <p:cNvCxnSpPr/>
          <p:nvPr/>
        </p:nvCxnSpPr>
        <p:spPr>
          <a:xfrm>
            <a:off x="838200" y="3803473"/>
            <a:ext cx="0" cy="240682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/>
          <p:cNvCxnSpPr/>
          <p:nvPr/>
        </p:nvCxnSpPr>
        <p:spPr>
          <a:xfrm>
            <a:off x="838200" y="6197600"/>
            <a:ext cx="4318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/>
          <p:cNvCxnSpPr/>
          <p:nvPr/>
        </p:nvCxnSpPr>
        <p:spPr>
          <a:xfrm>
            <a:off x="838200" y="5651500"/>
            <a:ext cx="4318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>
            <a:off x="838200" y="5092700"/>
            <a:ext cx="4318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>
            <a:off x="819477" y="4597400"/>
            <a:ext cx="4318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>
            <a:off x="838200" y="4038600"/>
            <a:ext cx="4318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827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Action</a:t>
            </a:r>
            <a:r>
              <a:rPr lang="en-US" altLang="ja-JP" dirty="0" smtClean="0"/>
              <a:t>( 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8672"/>
          </a:xfrm>
        </p:spPr>
        <p:txBody>
          <a:bodyPr/>
          <a:lstStyle/>
          <a:p>
            <a:r>
              <a:rPr kumimoji="1" lang="ja-JP" altLang="en-US" dirty="0" smtClean="0"/>
              <a:t>各オブジェクトの更新処理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615107" y="352291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更新処理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222364" y="4478651"/>
            <a:ext cx="1903085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/>
              <a:t>Player::Action</a:t>
            </a:r>
            <a:r>
              <a:rPr lang="en-US" altLang="ja-JP" dirty="0" smtClean="0"/>
              <a:t>()</a:t>
            </a:r>
            <a:r>
              <a:rPr lang="en-US" altLang="ja-JP" dirty="0"/>
              <a:t> </a:t>
            </a:r>
            <a:endParaRPr lang="en-US" altLang="ja-JP" dirty="0" smtClean="0"/>
          </a:p>
          <a:p>
            <a:r>
              <a:rPr lang="en-US" altLang="ja-JP" dirty="0" smtClean="0"/>
              <a:t>Enemy::</a:t>
            </a:r>
            <a:r>
              <a:rPr lang="en-US" altLang="ja-JP" dirty="0"/>
              <a:t>Action()</a:t>
            </a:r>
            <a:endParaRPr lang="ja-JP" altLang="en-US" dirty="0"/>
          </a:p>
          <a:p>
            <a:r>
              <a:rPr lang="en-US" altLang="ja-JP" dirty="0" smtClean="0"/>
              <a:t>Bullet::</a:t>
            </a:r>
            <a:r>
              <a:rPr lang="en-US" altLang="ja-JP" dirty="0"/>
              <a:t>Action()</a:t>
            </a:r>
            <a:endParaRPr lang="ja-JP" altLang="en-US" dirty="0"/>
          </a:p>
          <a:p>
            <a:r>
              <a:rPr lang="en-US" altLang="ja-JP" dirty="0" smtClean="0"/>
              <a:t>Item::</a:t>
            </a:r>
            <a:r>
              <a:rPr lang="en-US" altLang="ja-JP" dirty="0"/>
              <a:t>Action()</a:t>
            </a:r>
            <a:endParaRPr lang="ja-JP" altLang="en-US" dirty="0"/>
          </a:p>
          <a:p>
            <a:r>
              <a:rPr lang="en-US" altLang="ja-JP" dirty="0" smtClean="0"/>
              <a:t>Effect::</a:t>
            </a:r>
            <a:r>
              <a:rPr lang="en-US" altLang="ja-JP" dirty="0"/>
              <a:t>Action</a:t>
            </a:r>
            <a:r>
              <a:rPr lang="en-US" altLang="ja-JP" dirty="0" smtClean="0"/>
              <a:t>()</a:t>
            </a:r>
          </a:p>
          <a:p>
            <a:r>
              <a:rPr lang="ja-JP" altLang="en-US" dirty="0"/>
              <a:t>・・・</a:t>
            </a:r>
          </a:p>
          <a:p>
            <a:endParaRPr lang="ja-JP" altLang="en-US" dirty="0"/>
          </a:p>
        </p:txBody>
      </p:sp>
      <p:cxnSp>
        <p:nvCxnSpPr>
          <p:cNvPr id="13" name="直線矢印コネクタ 12"/>
          <p:cNvCxnSpPr/>
          <p:nvPr/>
        </p:nvCxnSpPr>
        <p:spPr>
          <a:xfrm>
            <a:off x="8173907" y="3892248"/>
            <a:ext cx="0" cy="4572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図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22916"/>
            <a:ext cx="5447745" cy="1421801"/>
          </a:xfrm>
          <a:prstGeom prst="rect">
            <a:avLst/>
          </a:prstGeom>
        </p:spPr>
      </p:pic>
      <p:sp>
        <p:nvSpPr>
          <p:cNvPr id="17" name="テキスト ボックス 16"/>
          <p:cNvSpPr txBox="1"/>
          <p:nvPr/>
        </p:nvSpPr>
        <p:spPr>
          <a:xfrm>
            <a:off x="838200" y="5076293"/>
            <a:ext cx="58080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/>
              <a:t>各オブジェクトが自分自身を更新する。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 smtClean="0"/>
              <a:t>オブジェクト指向の考え方。</a:t>
            </a:r>
            <a:endParaRPr lang="en-US" altLang="ja-JP" dirty="0" smtClean="0"/>
          </a:p>
          <a:p>
            <a:r>
              <a:rPr lang="ja-JP" altLang="en-US" b="1" dirty="0" smtClean="0"/>
              <a:t>「ゲーム全体を１つの巨大な</a:t>
            </a:r>
            <a:r>
              <a:rPr lang="en-US" altLang="ja-JP" b="1" dirty="0" smtClean="0"/>
              <a:t>Update</a:t>
            </a:r>
            <a:r>
              <a:rPr lang="ja-JP" altLang="en-US" b="1" dirty="0" smtClean="0"/>
              <a:t>関数に書かない」</a:t>
            </a:r>
            <a:endParaRPr lang="en-US" altLang="ja-JP" b="1" dirty="0" smtClean="0"/>
          </a:p>
        </p:txBody>
      </p:sp>
      <p:pic>
        <p:nvPicPr>
          <p:cNvPr id="18" name="図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96380"/>
            <a:ext cx="8287249" cy="37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95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add_list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469216"/>
            <a:ext cx="6112654" cy="285416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92334"/>
            <a:ext cx="3728446" cy="325301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46" y="2348767"/>
            <a:ext cx="3746500" cy="892023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698500" y="352953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/>
              <a:t>例えば敵が弾を打つ場合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90411" y="4035185"/>
            <a:ext cx="1888659" cy="25853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/>
              <a:t>Enemy::Action()</a:t>
            </a:r>
          </a:p>
          <a:p>
            <a:r>
              <a:rPr lang="ja-JP" altLang="en-US" dirty="0" smtClean="0"/>
              <a:t>↓</a:t>
            </a:r>
            <a:endParaRPr lang="en-US" altLang="ja-JP" dirty="0" smtClean="0"/>
          </a:p>
          <a:p>
            <a:r>
              <a:rPr kumimoji="1" lang="en-US" altLang="ja-JP" dirty="0" smtClean="0"/>
              <a:t>CBullet</a:t>
            </a:r>
            <a:r>
              <a:rPr kumimoji="1" lang="ja-JP" altLang="en-US" dirty="0" smtClean="0"/>
              <a:t>を作る</a:t>
            </a:r>
            <a:endParaRPr kumimoji="1" lang="en-US" altLang="ja-JP" dirty="0" smtClean="0"/>
          </a:p>
          <a:p>
            <a:r>
              <a:rPr kumimoji="1" lang="ja-JP" altLang="en-US" dirty="0" smtClean="0"/>
              <a:t>↓</a:t>
            </a:r>
            <a:endParaRPr kumimoji="1" lang="en-US" altLang="ja-JP" dirty="0" smtClean="0"/>
          </a:p>
          <a:p>
            <a:r>
              <a:rPr lang="en-US" altLang="ja-JP" dirty="0" smtClean="0"/>
              <a:t>add_list</a:t>
            </a:r>
            <a:r>
              <a:rPr lang="ja-JP" altLang="en-US" dirty="0" smtClean="0"/>
              <a:t>へ追加</a:t>
            </a:r>
            <a:endParaRPr lang="en-US" altLang="ja-JP" dirty="0" smtClean="0"/>
          </a:p>
          <a:p>
            <a:r>
              <a:rPr lang="ja-JP" altLang="en-US" dirty="0" smtClean="0"/>
              <a:t>↓</a:t>
            </a:r>
            <a:endParaRPr lang="en-US" altLang="ja-JP" dirty="0" smtClean="0"/>
          </a:p>
          <a:p>
            <a:r>
              <a:rPr kumimoji="1" lang="en-US" altLang="ja-JP" dirty="0" smtClean="0"/>
              <a:t>Action( )</a:t>
            </a:r>
            <a:r>
              <a:rPr kumimoji="1" lang="ja-JP" altLang="en-US" dirty="0" smtClean="0"/>
              <a:t>終了</a:t>
            </a:r>
            <a:endParaRPr kumimoji="1" lang="en-US" altLang="ja-JP" dirty="0" smtClean="0"/>
          </a:p>
          <a:p>
            <a:r>
              <a:rPr lang="ja-JP" altLang="en-US" dirty="0" smtClean="0"/>
              <a:t>↓</a:t>
            </a:r>
            <a:endParaRPr lang="en-US" altLang="ja-JP" dirty="0" smtClean="0"/>
          </a:p>
          <a:p>
            <a:r>
              <a:rPr kumimoji="1" lang="en-US" altLang="ja-JP" dirty="0" smtClean="0"/>
              <a:t>base</a:t>
            </a:r>
            <a:r>
              <a:rPr kumimoji="1" lang="ja-JP" altLang="en-US" dirty="0" smtClean="0"/>
              <a:t>へ追加</a:t>
            </a:r>
            <a:endParaRPr kumimoji="1" lang="ja-JP" altLang="en-US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864640" y="4958514"/>
            <a:ext cx="817243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/>
              <a:t>この</a:t>
            </a:r>
            <a:r>
              <a:rPr lang="ja-JP" altLang="en-US" dirty="0" smtClean="0"/>
              <a:t>仕組み</a:t>
            </a:r>
            <a:r>
              <a:rPr lang="ja-JP" altLang="en-US" dirty="0"/>
              <a:t>に</a:t>
            </a:r>
            <a:r>
              <a:rPr lang="ja-JP" altLang="en-US" dirty="0" smtClean="0"/>
              <a:t>よって、</a:t>
            </a:r>
            <a:r>
              <a:rPr lang="ja-JP" altLang="en-US" b="1" dirty="0" smtClean="0"/>
              <a:t>更新中の</a:t>
            </a:r>
            <a:r>
              <a:rPr lang="en-US" altLang="ja-JP" b="1" dirty="0" smtClean="0"/>
              <a:t>base</a:t>
            </a:r>
            <a:r>
              <a:rPr lang="ja-JP" altLang="en-US" b="1" dirty="0" smtClean="0"/>
              <a:t>に直接</a:t>
            </a:r>
            <a:r>
              <a:rPr lang="en-US" altLang="ja-JP" b="1" dirty="0" smtClean="0"/>
              <a:t>push_back( )</a:t>
            </a:r>
            <a:r>
              <a:rPr lang="ja-JP" altLang="en-US" b="1" dirty="0" smtClean="0"/>
              <a:t>する問題を避ける</a:t>
            </a:r>
            <a:r>
              <a:rPr lang="ja-JP" altLang="en-US" dirty="0" smtClean="0"/>
              <a:t>。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71393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オブジェクトの削除</a:t>
            </a:r>
            <a:r>
              <a:rPr lang="ja-JP" altLang="en-US" dirty="0"/>
              <a:t>処理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020888"/>
            <a:ext cx="9325406" cy="847764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635000" y="3530600"/>
            <a:ext cx="59121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オブジェクト自身が、</a:t>
            </a:r>
            <a:r>
              <a:rPr kumimoji="1" lang="en-US" altLang="ja-JP" dirty="0" smtClean="0"/>
              <a:t>FALG</a:t>
            </a:r>
            <a:r>
              <a:rPr lang="ja-JP" altLang="en-US" dirty="0" smtClean="0"/>
              <a:t>を</a:t>
            </a:r>
            <a:r>
              <a:rPr lang="en-US" altLang="ja-JP" dirty="0" smtClean="0"/>
              <a:t>false</a:t>
            </a:r>
            <a:r>
              <a:rPr lang="ja-JP" altLang="en-US" dirty="0" smtClean="0"/>
              <a:t>にすると削除する。</a:t>
            </a:r>
            <a:endParaRPr lang="en-US" altLang="ja-JP" dirty="0" smtClean="0"/>
          </a:p>
          <a:p>
            <a:endParaRPr kumimoji="1" lang="en-US" altLang="ja-JP" dirty="0"/>
          </a:p>
          <a:p>
            <a:r>
              <a:rPr lang="ja-JP" altLang="en-US" b="1" dirty="0" smtClean="0"/>
              <a:t>「オブジェクトを誰ば削除するかを明確にしている」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567111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当たり判定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732522" cy="1030327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825500" y="3016251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Game</a:t>
            </a:r>
            <a:r>
              <a:rPr kumimoji="1" lang="ja-JP" altLang="en-US" dirty="0" smtClean="0"/>
              <a:t>シーン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714841" y="3433626"/>
            <a:ext cx="172515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/>
              <a:t>Object Update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14841" y="3961173"/>
            <a:ext cx="136447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/>
              <a:t>Object Add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714841" y="4488720"/>
            <a:ext cx="1096775" cy="36933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/>
              <a:t>Collision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714841" y="5016267"/>
            <a:ext cx="164820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/>
              <a:t>Object Delete</a:t>
            </a:r>
            <a:endParaRPr kumimoji="1" lang="ja-JP" altLang="en-US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714841" y="5543814"/>
            <a:ext cx="6238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/>
              <a:t>Sort</a:t>
            </a:r>
            <a:endParaRPr kumimoji="1" lang="ja-JP" altLang="en-US" dirty="0"/>
          </a:p>
        </p:txBody>
      </p:sp>
      <p:cxnSp>
        <p:nvCxnSpPr>
          <p:cNvPr id="11" name="直線コネクタ 10"/>
          <p:cNvCxnSpPr/>
          <p:nvPr/>
        </p:nvCxnSpPr>
        <p:spPr>
          <a:xfrm>
            <a:off x="1219541" y="3385583"/>
            <a:ext cx="0" cy="240682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>
            <a:off x="1219541" y="5779710"/>
            <a:ext cx="4318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1219541" y="5233610"/>
            <a:ext cx="4318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>
            <a:off x="1219541" y="4674810"/>
            <a:ext cx="4318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>
            <a:off x="1200818" y="4179510"/>
            <a:ext cx="4318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/>
          <p:cNvCxnSpPr/>
          <p:nvPr/>
        </p:nvCxnSpPr>
        <p:spPr>
          <a:xfrm>
            <a:off x="1219541" y="3620710"/>
            <a:ext cx="4318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/>
          <p:cNvSpPr txBox="1"/>
          <p:nvPr/>
        </p:nvSpPr>
        <p:spPr>
          <a:xfrm>
            <a:off x="4295591" y="3200917"/>
            <a:ext cx="549381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ゲームシーンは、左のようなループになっている。</a:t>
            </a:r>
            <a:endParaRPr kumimoji="1" lang="en-US" altLang="ja-JP" dirty="0" smtClean="0"/>
          </a:p>
          <a:p>
            <a:r>
              <a:rPr lang="ja-JP" altLang="en-US" dirty="0"/>
              <a:t>当たり</a:t>
            </a:r>
            <a:r>
              <a:rPr lang="ja-JP" altLang="en-US" dirty="0" smtClean="0"/>
              <a:t>判定を独立させているので</a:t>
            </a:r>
            <a:endParaRPr lang="en-US" altLang="ja-JP" dirty="0" smtClean="0"/>
          </a:p>
          <a:p>
            <a:endParaRPr lang="en-US" altLang="ja-JP" b="1" dirty="0" smtClean="0"/>
          </a:p>
          <a:p>
            <a:r>
              <a:rPr lang="ja-JP" altLang="en-US" b="1" dirty="0" smtClean="0"/>
              <a:t>プレイヤー</a:t>
            </a:r>
            <a:r>
              <a:rPr lang="en-US" altLang="ja-JP" b="1" dirty="0" smtClean="0"/>
              <a:t>×</a:t>
            </a:r>
            <a:r>
              <a:rPr lang="ja-JP" altLang="en-US" b="1" dirty="0" smtClean="0"/>
              <a:t>敵</a:t>
            </a:r>
            <a:endParaRPr lang="en-US" altLang="ja-JP" b="1" dirty="0" smtClean="0"/>
          </a:p>
          <a:p>
            <a:r>
              <a:rPr kumimoji="1" lang="ja-JP" altLang="en-US" b="1" dirty="0" smtClean="0"/>
              <a:t>プレイヤー</a:t>
            </a:r>
            <a:r>
              <a:rPr kumimoji="1" lang="en-US" altLang="ja-JP" b="1" dirty="0" smtClean="0"/>
              <a:t>×</a:t>
            </a:r>
            <a:r>
              <a:rPr kumimoji="1" lang="ja-JP" altLang="en-US" b="1" dirty="0" smtClean="0"/>
              <a:t>アイテム</a:t>
            </a:r>
            <a:endParaRPr kumimoji="1" lang="en-US" altLang="ja-JP" b="1" dirty="0" smtClean="0"/>
          </a:p>
          <a:p>
            <a:r>
              <a:rPr lang="ja-JP" altLang="en-US" b="1" dirty="0" smtClean="0"/>
              <a:t>弾</a:t>
            </a:r>
            <a:r>
              <a:rPr lang="en-US" altLang="ja-JP" b="1" dirty="0" smtClean="0"/>
              <a:t>×</a:t>
            </a:r>
            <a:r>
              <a:rPr lang="ja-JP" altLang="en-US" b="1" dirty="0" smtClean="0"/>
              <a:t>敵</a:t>
            </a:r>
            <a:endParaRPr lang="en-US" altLang="ja-JP" b="1" dirty="0" smtClean="0"/>
          </a:p>
          <a:p>
            <a:r>
              <a:rPr kumimoji="1" lang="ja-JP" altLang="en-US" b="1" dirty="0" smtClean="0"/>
              <a:t>弾</a:t>
            </a:r>
            <a:r>
              <a:rPr kumimoji="1" lang="en-US" altLang="ja-JP" b="1" dirty="0" smtClean="0"/>
              <a:t>×</a:t>
            </a:r>
            <a:r>
              <a:rPr kumimoji="1" lang="ja-JP" altLang="en-US" b="1" dirty="0" smtClean="0"/>
              <a:t>壁</a:t>
            </a:r>
            <a:endParaRPr kumimoji="1" lang="en-US" altLang="ja-JP" b="1" dirty="0" smtClean="0"/>
          </a:p>
          <a:p>
            <a:r>
              <a:rPr lang="ja-JP" altLang="en-US" b="1" dirty="0"/>
              <a:t>・・</a:t>
            </a:r>
            <a:r>
              <a:rPr lang="ja-JP" altLang="en-US" b="1" dirty="0" smtClean="0"/>
              <a:t>・</a:t>
            </a:r>
            <a:endParaRPr lang="en-US" altLang="ja-JP" b="1" dirty="0" smtClean="0"/>
          </a:p>
          <a:p>
            <a:endParaRPr lang="en-US" altLang="ja-JP" dirty="0" smtClean="0"/>
          </a:p>
          <a:p>
            <a:r>
              <a:rPr kumimoji="1" lang="ja-JP" altLang="en-US" dirty="0" smtClean="0"/>
              <a:t>など簡単に追加できる。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23698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pri</a:t>
            </a:r>
            <a:r>
              <a:rPr lang="ja-JP" altLang="en-US" dirty="0"/>
              <a:t>と</a:t>
            </a:r>
            <a:r>
              <a:rPr lang="ja-JP" altLang="en-US" dirty="0" smtClean="0"/>
              <a:t>ソート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9920385" cy="709612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838199" y="2711451"/>
            <a:ext cx="9235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pri</a:t>
            </a:r>
            <a:r>
              <a:rPr lang="ja-JP" altLang="en-US" dirty="0" smtClean="0"/>
              <a:t>は、描画の順番だけでなく、当たり判定の組み合わせを整理する為にも使っている。</a:t>
            </a:r>
            <a:endParaRPr lang="en-US" altLang="ja-JP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20699" y="3340104"/>
            <a:ext cx="1499128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/>
              <a:t>pri</a:t>
            </a:r>
          </a:p>
          <a:p>
            <a:endParaRPr lang="en-US" altLang="ja-JP" dirty="0"/>
          </a:p>
          <a:p>
            <a:r>
              <a:rPr lang="en-US" altLang="ja-JP" dirty="0" smtClean="0"/>
              <a:t>PLAYER=10</a:t>
            </a:r>
          </a:p>
          <a:p>
            <a:r>
              <a:rPr lang="en-US" altLang="ja-JP" dirty="0" smtClean="0"/>
              <a:t>ENEMY=20</a:t>
            </a:r>
          </a:p>
          <a:p>
            <a:r>
              <a:rPr lang="en-US" altLang="ja-JP" dirty="0" smtClean="0"/>
              <a:t>BULLET=30</a:t>
            </a:r>
          </a:p>
          <a:p>
            <a:r>
              <a:rPr lang="en-US" altLang="ja-JP" dirty="0" smtClean="0"/>
              <a:t>ITEM=40</a:t>
            </a: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817" y="3327402"/>
            <a:ext cx="8985983" cy="2208320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2367817" y="5760782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判定</a:t>
            </a:r>
            <a:r>
              <a:rPr lang="ja-JP" altLang="en-US" dirty="0" smtClean="0"/>
              <a:t>を一定の方向で描けるようになる。</a:t>
            </a:r>
            <a:endParaRPr lang="en-US" altLang="ja-JP" b="1" dirty="0" smtClean="0">
              <a:solidFill>
                <a:srgbClr val="FF0000"/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367817" y="6278158"/>
            <a:ext cx="572464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b="1" dirty="0" smtClean="0">
                <a:solidFill>
                  <a:srgbClr val="FF0000"/>
                </a:solidFill>
              </a:rPr>
              <a:t>描画の順番と当たり判定の順番を同じ値で管理する。</a:t>
            </a:r>
            <a:endParaRPr lang="en-US" altLang="ja-JP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459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sprite</a:t>
            </a:r>
            <a:r>
              <a:rPr lang="ja-JP" altLang="en-US" dirty="0" smtClean="0"/>
              <a:t>クラス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71500" y="2303164"/>
            <a:ext cx="156966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 smtClean="0"/>
              <a:t>画像ハンドル</a:t>
            </a:r>
            <a:endParaRPr kumimoji="1" lang="en-US" altLang="ja-JP" dirty="0" smtClean="0"/>
          </a:p>
          <a:p>
            <a:r>
              <a:rPr lang="ja-JP" altLang="en-US" dirty="0" smtClean="0"/>
              <a:t>大きさ</a:t>
            </a:r>
            <a:endParaRPr lang="en-US" altLang="ja-JP" dirty="0" smtClean="0"/>
          </a:p>
          <a:p>
            <a:r>
              <a:rPr kumimoji="1" lang="ja-JP" altLang="en-US" dirty="0"/>
              <a:t>切り取り</a:t>
            </a:r>
            <a:r>
              <a:rPr kumimoji="1" lang="ja-JP" altLang="en-US" dirty="0" smtClean="0"/>
              <a:t>位置</a:t>
            </a:r>
            <a:endParaRPr kumimoji="1" lang="en-US" altLang="ja-JP" dirty="0" smtClean="0"/>
          </a:p>
          <a:p>
            <a:r>
              <a:rPr lang="ja-JP" altLang="en-US" dirty="0" smtClean="0"/>
              <a:t>サイズ</a:t>
            </a:r>
            <a:endParaRPr lang="en-US" altLang="ja-JP" dirty="0" smtClean="0"/>
          </a:p>
          <a:p>
            <a:r>
              <a:rPr kumimoji="1" lang="ja-JP" altLang="en-US" dirty="0" smtClean="0"/>
              <a:t>角度</a:t>
            </a:r>
            <a:endParaRPr kumimoji="1" lang="en-US" altLang="ja-JP" dirty="0" smtClean="0"/>
          </a:p>
          <a:p>
            <a:r>
              <a:rPr lang="ja-JP" altLang="en-US" dirty="0"/>
              <a:t>左右</a:t>
            </a:r>
            <a:r>
              <a:rPr lang="ja-JP" altLang="en-US" dirty="0" smtClean="0"/>
              <a:t>反転</a:t>
            </a:r>
            <a:endParaRPr lang="en-US" altLang="ja-JP" dirty="0" smtClean="0"/>
          </a:p>
          <a:p>
            <a:r>
              <a:rPr lang="ja-JP" altLang="en-US" dirty="0" smtClean="0"/>
              <a:t>上下反転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705100" y="2395497"/>
            <a:ext cx="74510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Draw</a:t>
            </a:r>
            <a:r>
              <a:rPr lang="ja-JP" altLang="en-US" dirty="0" smtClean="0"/>
              <a:t>も３種類</a:t>
            </a:r>
            <a:endParaRPr lang="en-US" altLang="ja-JP" dirty="0" smtClean="0"/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DrawRectRotaGraph</a:t>
            </a:r>
            <a:r>
              <a:rPr kumimoji="1" lang="ja-JP" altLang="en-US" dirty="0" smtClean="0"/>
              <a:t>（・・・）などを直接書かなくてよくなっている</a:t>
            </a:r>
            <a:endParaRPr kumimoji="1" lang="en-US" altLang="ja-JP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72013" y="4149823"/>
            <a:ext cx="664797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b="1" dirty="0" smtClean="0">
                <a:solidFill>
                  <a:srgbClr val="FF0000"/>
                </a:solidFill>
              </a:rPr>
              <a:t>「画像をどう描画するか」という面倒な処理を</a:t>
            </a:r>
            <a:r>
              <a:rPr lang="ja-JP" altLang="en-US" b="1" dirty="0">
                <a:solidFill>
                  <a:srgbClr val="FF0000"/>
                </a:solidFill>
              </a:rPr>
              <a:t>まとめている。</a:t>
            </a:r>
            <a:endParaRPr kumimoji="1" lang="en-US" altLang="ja-JP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606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4100C16-9B51-407E-B670-CB2FFEB0CD46}"/>
</file>

<file path=customXml/itemProps2.xml><?xml version="1.0" encoding="utf-8"?>
<ds:datastoreItem xmlns:ds="http://schemas.openxmlformats.org/officeDocument/2006/customXml" ds:itemID="{3F51E42E-67F4-43AF-BE38-154EBF569959}"/>
</file>

<file path=customXml/itemProps3.xml><?xml version="1.0" encoding="utf-8"?>
<ds:datastoreItem xmlns:ds="http://schemas.openxmlformats.org/officeDocument/2006/customXml" ds:itemID="{37715530-F13E-4138-A079-FA47B7B8C60A}"/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406</Words>
  <Application>Microsoft Office PowerPoint</Application>
  <PresentationFormat>ワイド画面</PresentationFormat>
  <Paragraphs>113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ネットワークゲーム開発 </vt:lpstr>
      <vt:lpstr>配布ライブラリの重要箇所</vt:lpstr>
      <vt:lpstr>BaseVector</vt:lpstr>
      <vt:lpstr>ObjList</vt:lpstr>
      <vt:lpstr>Action( )</vt:lpstr>
      <vt:lpstr>add_list</vt:lpstr>
      <vt:lpstr>オブジェクトの削除処理</vt:lpstr>
      <vt:lpstr>当たり判定</vt:lpstr>
      <vt:lpstr>priとソート</vt:lpstr>
      <vt:lpstr>spriteクラス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オンライン対応 ２DACTRPG</dc:title>
  <dc:creator>脇坂慎也</dc:creator>
  <cp:lastModifiedBy>脇坂慎也</cp:lastModifiedBy>
  <cp:revision>11</cp:revision>
  <dcterms:created xsi:type="dcterms:W3CDTF">2026-08-23T01:06:50Z</dcterms:created>
  <dcterms:modified xsi:type="dcterms:W3CDTF">2026-09-07T02:59:39Z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
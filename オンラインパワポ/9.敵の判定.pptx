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2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84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7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2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ustomXml" Target="../customXml/item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 smtClean="0"/>
              <a:t>マスター サブタイトルの書式設定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3174C-9D67-4214-BAE6-EFB9A1DF69DF}" type="datetimeFigureOut">
              <a:rPr kumimoji="1" lang="ja-JP" altLang="en-US" smtClean="0"/>
              <a:t>2026/9/8</a:t>
            </a:fld>
            <a:endParaRPr kumimoji="1"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EBC1E-B17A-4857-9113-A8A974EA69EE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7846357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3174C-9D67-4214-BAE6-EFB9A1DF69DF}" type="datetimeFigureOut">
              <a:rPr kumimoji="1" lang="ja-JP" altLang="en-US" smtClean="0"/>
              <a:t>2026/9/8</a:t>
            </a:fld>
            <a:endParaRPr kumimoji="1"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EBC1E-B17A-4857-9113-A8A974EA69EE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974165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3174C-9D67-4214-BAE6-EFB9A1DF69DF}" type="datetimeFigureOut">
              <a:rPr kumimoji="1" lang="ja-JP" altLang="en-US" smtClean="0"/>
              <a:t>2026/9/8</a:t>
            </a:fld>
            <a:endParaRPr kumimoji="1"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EBC1E-B17A-4857-9113-A8A974EA69EE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256290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3174C-9D67-4214-BAE6-EFB9A1DF69DF}" type="datetimeFigureOut">
              <a:rPr kumimoji="1" lang="ja-JP" altLang="en-US" smtClean="0"/>
              <a:t>2026/9/8</a:t>
            </a:fld>
            <a:endParaRPr kumimoji="1" lang="ja-JP" altLang="en-US" dirty="0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EBC1E-B17A-4857-9113-A8A974EA69EE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4166709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3174C-9D67-4214-BAE6-EFB9A1DF69DF}" type="datetimeFigureOut">
              <a:rPr kumimoji="1" lang="ja-JP" altLang="en-US" smtClean="0"/>
              <a:t>2026/9/8</a:t>
            </a:fld>
            <a:endParaRPr kumimoji="1" lang="ja-JP" altLang="en-US" dirty="0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EBC1E-B17A-4857-9113-A8A974EA69EE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2689834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3174C-9D67-4214-BAE6-EFB9A1DF69DF}" type="datetimeFigureOut">
              <a:rPr kumimoji="1" lang="ja-JP" altLang="en-US" smtClean="0"/>
              <a:t>2026/9/8</a:t>
            </a:fld>
            <a:endParaRPr kumimoji="1" lang="ja-JP" altLang="en-US" dirty="0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EBC1E-B17A-4857-9113-A8A974EA69EE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720843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3174C-9D67-4214-BAE6-EFB9A1DF69DF}" type="datetimeFigureOut">
              <a:rPr kumimoji="1" lang="ja-JP" altLang="en-US" smtClean="0"/>
              <a:t>2026/9/8</a:t>
            </a:fld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EBC1E-B17A-4857-9113-A8A974EA69EE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4956965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3174C-9D67-4214-BAE6-EFB9A1DF69DF}" type="datetimeFigureOut">
              <a:rPr kumimoji="1" lang="ja-JP" altLang="en-US" smtClean="0"/>
              <a:t>2026/9/8</a:t>
            </a:fld>
            <a:endParaRPr kumimoji="1" lang="ja-JP" altLang="en-US" dirty="0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EBC1E-B17A-4857-9113-A8A974EA69EE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3732717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 dirty="0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3174C-9D67-4214-BAE6-EFB9A1DF69DF}" type="datetimeFigureOut">
              <a:rPr kumimoji="1" lang="ja-JP" altLang="en-US" smtClean="0"/>
              <a:t>2026/9/8</a:t>
            </a:fld>
            <a:endParaRPr kumimoji="1" lang="ja-JP" altLang="en-US" dirty="0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EBC1E-B17A-4857-9113-A8A974EA69EE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6660149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3174C-9D67-4214-BAE6-EFB9A1DF69DF}" type="datetimeFigureOut">
              <a:rPr kumimoji="1" lang="ja-JP" altLang="en-US" smtClean="0"/>
              <a:t>2026/9/8</a:t>
            </a:fld>
            <a:endParaRPr kumimoji="1"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EBC1E-B17A-4857-9113-A8A974EA69EE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2785144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3174C-9D67-4214-BAE6-EFB9A1DF69DF}" type="datetimeFigureOut">
              <a:rPr kumimoji="1" lang="ja-JP" altLang="en-US" smtClean="0"/>
              <a:t>2026/9/8</a:t>
            </a:fld>
            <a:endParaRPr kumimoji="1"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EBC1E-B17A-4857-9113-A8A974EA69EE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977129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E3174C-9D67-4214-BAE6-EFB9A1DF69DF}" type="datetimeFigureOut">
              <a:rPr kumimoji="1" lang="ja-JP" altLang="en-US" smtClean="0"/>
              <a:t>2026/9/8</a:t>
            </a:fld>
            <a:endParaRPr kumimoji="1"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CEBC1E-B17A-4857-9113-A8A974EA69EE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6608048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 smtClean="0"/>
              <a:t>敵</a:t>
            </a:r>
            <a:r>
              <a:rPr kumimoji="1" lang="ja-JP" altLang="en-US" smtClean="0"/>
              <a:t>の判定</a:t>
            </a:r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7819809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/>
          <p:cNvSpPr txBox="1"/>
          <p:nvPr/>
        </p:nvSpPr>
        <p:spPr>
          <a:xfrm>
            <a:off x="329184" y="402336"/>
            <a:ext cx="3185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敵に攻撃が当たるようにする</a:t>
            </a:r>
            <a:endParaRPr kumimoji="1"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" name="テキスト ボックス 5"/>
          <p:cNvSpPr txBox="1"/>
          <p:nvPr/>
        </p:nvSpPr>
        <p:spPr>
          <a:xfrm>
            <a:off x="329184" y="1030224"/>
            <a:ext cx="111027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ここで、当たり判定の処理が増えてくると、修正や追加が大変になるので、それぞれの判定処理を関数化する。</a:t>
            </a:r>
            <a:endParaRPr kumimoji="1"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7" name="図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2115312"/>
            <a:ext cx="8565365" cy="3883152"/>
          </a:xfrm>
          <a:prstGeom prst="rect">
            <a:avLst/>
          </a:prstGeom>
        </p:spPr>
      </p:pic>
      <p:sp>
        <p:nvSpPr>
          <p:cNvPr id="8" name="テキスト ボックス 7"/>
          <p:cNvSpPr txBox="1"/>
          <p:nvPr/>
        </p:nvSpPr>
        <p:spPr>
          <a:xfrm>
            <a:off x="329184" y="1572768"/>
            <a:ext cx="24561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CollisionUpdate.h</a:t>
            </a:r>
            <a:endParaRPr kumimoji="1"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408088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>
            <a:off x="329184" y="146981"/>
            <a:ext cx="41488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CollisionUpdate.cpp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の処理を変更</a:t>
            </a:r>
            <a:endParaRPr kumimoji="1"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5" name="図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550860"/>
            <a:ext cx="6924370" cy="951150"/>
          </a:xfrm>
          <a:prstGeom prst="rect">
            <a:avLst/>
          </a:prstGeom>
        </p:spPr>
      </p:pic>
      <p:sp>
        <p:nvSpPr>
          <p:cNvPr id="7" name="テキスト ボックス 6"/>
          <p:cNvSpPr txBox="1"/>
          <p:nvPr/>
        </p:nvSpPr>
        <p:spPr>
          <a:xfrm>
            <a:off x="7253554" y="3773178"/>
            <a:ext cx="38603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それぞれの処理を変更して、バグが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ないか確認</a:t>
            </a:r>
            <a:r>
              <a:rPr kumimoji="1"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する</a:t>
            </a:r>
            <a:r>
              <a:rPr kumimoji="1"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。</a:t>
            </a:r>
          </a:p>
        </p:txBody>
      </p:sp>
      <p:sp>
        <p:nvSpPr>
          <p:cNvPr id="8" name="テキスト ボックス 7"/>
          <p:cNvSpPr txBox="1"/>
          <p:nvPr/>
        </p:nvSpPr>
        <p:spPr>
          <a:xfrm>
            <a:off x="329184" y="1971532"/>
            <a:ext cx="41424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CollisionUpdate.cpp</a:t>
            </a: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に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処理を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追加</a:t>
            </a:r>
            <a:endParaRPr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2" name="図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" y="2404273"/>
            <a:ext cx="6833616" cy="4313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61699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/>
          <p:cNvSpPr txBox="1"/>
          <p:nvPr/>
        </p:nvSpPr>
        <p:spPr>
          <a:xfrm>
            <a:off x="329184" y="402336"/>
            <a:ext cx="64508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敵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と剣の当たり判定は、敵を円として、円と線分の判定を行う。</a:t>
            </a:r>
            <a:endParaRPr kumimoji="1"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grpSp>
        <p:nvGrpSpPr>
          <p:cNvPr id="20" name="グループ化 19"/>
          <p:cNvGrpSpPr/>
          <p:nvPr/>
        </p:nvGrpSpPr>
        <p:grpSpPr>
          <a:xfrm>
            <a:off x="2001892" y="2829672"/>
            <a:ext cx="3694704" cy="3215527"/>
            <a:chOff x="1328792" y="2816972"/>
            <a:chExt cx="3694704" cy="3215527"/>
          </a:xfrm>
        </p:grpSpPr>
        <p:pic>
          <p:nvPicPr>
            <p:cNvPr id="10" name="図 9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685" t="-1979" r="75114" b="65297"/>
            <a:stretch/>
          </p:blipFill>
          <p:spPr>
            <a:xfrm>
              <a:off x="1328792" y="4027169"/>
              <a:ext cx="2004620" cy="2005330"/>
            </a:xfrm>
            <a:prstGeom prst="rect">
              <a:avLst/>
            </a:prstGeom>
          </p:spPr>
        </p:pic>
        <p:pic>
          <p:nvPicPr>
            <p:cNvPr id="11" name="図 10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5571" t="35527" r="-1142" b="34247"/>
            <a:stretch/>
          </p:blipFill>
          <p:spPr>
            <a:xfrm rot="19424368">
              <a:off x="3018876" y="2816972"/>
              <a:ext cx="2004620" cy="1652410"/>
            </a:xfrm>
            <a:prstGeom prst="rect">
              <a:avLst/>
            </a:prstGeom>
          </p:spPr>
        </p:pic>
      </p:grpSp>
      <p:cxnSp>
        <p:nvCxnSpPr>
          <p:cNvPr id="15" name="直線コネクタ 14"/>
          <p:cNvCxnSpPr>
            <a:stCxn id="11" idx="1"/>
            <a:endCxn id="11" idx="3"/>
          </p:cNvCxnSpPr>
          <p:nvPr/>
        </p:nvCxnSpPr>
        <p:spPr>
          <a:xfrm flipV="1">
            <a:off x="3886087" y="3063053"/>
            <a:ext cx="1616398" cy="1185648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楕円 18"/>
          <p:cNvSpPr/>
          <p:nvPr/>
        </p:nvSpPr>
        <p:spPr>
          <a:xfrm>
            <a:off x="2667172" y="1114145"/>
            <a:ext cx="1460500" cy="14605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 smtClean="0"/>
              <a:t>敵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1657785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/>
          <p:cNvSpPr txBox="1"/>
          <p:nvPr/>
        </p:nvSpPr>
        <p:spPr>
          <a:xfrm>
            <a:off x="329184" y="402336"/>
            <a:ext cx="5203669" cy="47999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50000"/>
              </a:lnSpc>
            </a:pPr>
            <a:r>
              <a:rPr kumimoji="1"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①敵の当たり判定用半径を決める</a:t>
            </a:r>
            <a:endParaRPr kumimoji="1"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>
              <a:lnSpc>
                <a:spcPct val="250000"/>
              </a:lnSpc>
            </a:pPr>
            <a:endParaRPr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>
              <a:lnSpc>
                <a:spcPct val="250000"/>
              </a:lnSpc>
            </a:pPr>
            <a:r>
              <a:rPr kumimoji="1"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②剣の線分を求める（始点と終点）</a:t>
            </a:r>
            <a:endParaRPr kumimoji="1"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>
              <a:lnSpc>
                <a:spcPct val="250000"/>
              </a:lnSpc>
            </a:pPr>
            <a:endParaRPr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>
              <a:lnSpc>
                <a:spcPct val="250000"/>
              </a:lnSpc>
            </a:pPr>
            <a:r>
              <a:rPr kumimoji="1"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③敵の中心から剣の線分までの最短距離を求める</a:t>
            </a:r>
            <a:endParaRPr kumimoji="1"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>
              <a:lnSpc>
                <a:spcPct val="250000"/>
              </a:lnSpc>
            </a:pPr>
            <a:endParaRPr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>
              <a:lnSpc>
                <a:spcPct val="250000"/>
              </a:lnSpc>
            </a:pPr>
            <a:r>
              <a:rPr kumimoji="1"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④その距離が半径以内なら当たっている。</a:t>
            </a:r>
            <a:endParaRPr kumimoji="1"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11" name="図 10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571" t="35527" r="-1142" b="34247"/>
          <a:stretch/>
        </p:blipFill>
        <p:spPr>
          <a:xfrm rot="19424368">
            <a:off x="4106428" y="2129648"/>
            <a:ext cx="1382495" cy="1139592"/>
          </a:xfrm>
          <a:prstGeom prst="rect">
            <a:avLst/>
          </a:prstGeom>
        </p:spPr>
      </p:pic>
      <p:cxnSp>
        <p:nvCxnSpPr>
          <p:cNvPr id="15" name="直線コネクタ 14"/>
          <p:cNvCxnSpPr>
            <a:stCxn id="11" idx="1"/>
            <a:endCxn id="11" idx="3"/>
          </p:cNvCxnSpPr>
          <p:nvPr/>
        </p:nvCxnSpPr>
        <p:spPr>
          <a:xfrm flipV="1">
            <a:off x="4240298" y="2290600"/>
            <a:ext cx="1114755" cy="817688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楕円 18"/>
          <p:cNvSpPr/>
          <p:nvPr/>
        </p:nvSpPr>
        <p:spPr>
          <a:xfrm>
            <a:off x="4292119" y="768219"/>
            <a:ext cx="1062934" cy="10629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 smtClean="0"/>
              <a:t>敵</a:t>
            </a:r>
            <a:endParaRPr kumimoji="1" lang="ja-JP" altLang="en-US" dirty="0"/>
          </a:p>
        </p:txBody>
      </p:sp>
      <p:cxnSp>
        <p:nvCxnSpPr>
          <p:cNvPr id="8" name="直線コネクタ 7"/>
          <p:cNvCxnSpPr/>
          <p:nvPr/>
        </p:nvCxnSpPr>
        <p:spPr>
          <a:xfrm flipV="1">
            <a:off x="7118244" y="2296256"/>
            <a:ext cx="1114755" cy="817688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テキスト ボックス 1"/>
          <p:cNvSpPr txBox="1"/>
          <p:nvPr/>
        </p:nvSpPr>
        <p:spPr>
          <a:xfrm>
            <a:off x="8067899" y="1921268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kumimoji="1"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終点</a:t>
            </a:r>
            <a:r>
              <a:rPr kumimoji="1"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endParaRPr kumimoji="1"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2" name="テキスト ボックス 11"/>
          <p:cNvSpPr txBox="1"/>
          <p:nvPr/>
        </p:nvSpPr>
        <p:spPr>
          <a:xfrm>
            <a:off x="6315299" y="2929278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始点</a:t>
            </a:r>
            <a:r>
              <a:rPr kumimoji="1"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endParaRPr kumimoji="1"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" name="右矢印 2"/>
          <p:cNvSpPr/>
          <p:nvPr/>
        </p:nvSpPr>
        <p:spPr>
          <a:xfrm>
            <a:off x="5692064" y="2476500"/>
            <a:ext cx="337011" cy="228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楕円 12"/>
          <p:cNvSpPr/>
          <p:nvPr/>
        </p:nvSpPr>
        <p:spPr>
          <a:xfrm>
            <a:off x="5001386" y="3837563"/>
            <a:ext cx="1062934" cy="10629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 smtClean="0"/>
              <a:t>敵</a:t>
            </a:r>
            <a:endParaRPr kumimoji="1" lang="ja-JP" altLang="en-US" dirty="0"/>
          </a:p>
        </p:txBody>
      </p:sp>
      <p:cxnSp>
        <p:nvCxnSpPr>
          <p:cNvPr id="14" name="直線コネクタ 13"/>
          <p:cNvCxnSpPr/>
          <p:nvPr/>
        </p:nvCxnSpPr>
        <p:spPr>
          <a:xfrm flipV="1">
            <a:off x="6753333" y="4082809"/>
            <a:ext cx="1114755" cy="817688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直線コネクタ 5"/>
          <p:cNvCxnSpPr/>
          <p:nvPr/>
        </p:nvCxnSpPr>
        <p:spPr>
          <a:xfrm>
            <a:off x="5532853" y="4369030"/>
            <a:ext cx="1777857" cy="122623"/>
          </a:xfrm>
          <a:prstGeom prst="line">
            <a:avLst/>
          </a:prstGeom>
          <a:ln w="571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" name="直線コネクタ 17"/>
          <p:cNvCxnSpPr/>
          <p:nvPr/>
        </p:nvCxnSpPr>
        <p:spPr>
          <a:xfrm>
            <a:off x="695961" y="5880330"/>
            <a:ext cx="1777857" cy="122623"/>
          </a:xfrm>
          <a:prstGeom prst="line">
            <a:avLst/>
          </a:prstGeom>
          <a:ln w="571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テキスト ボックス 15"/>
          <p:cNvSpPr txBox="1"/>
          <p:nvPr/>
        </p:nvSpPr>
        <p:spPr>
          <a:xfrm>
            <a:off x="2724983" y="5818287"/>
            <a:ext cx="8675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比べる</a:t>
            </a:r>
            <a:endParaRPr kumimoji="1"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23" name="直線コネクタ 22"/>
          <p:cNvCxnSpPr/>
          <p:nvPr/>
        </p:nvCxnSpPr>
        <p:spPr>
          <a:xfrm>
            <a:off x="4823586" y="1303972"/>
            <a:ext cx="531467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コネクタ 23"/>
          <p:cNvCxnSpPr/>
          <p:nvPr/>
        </p:nvCxnSpPr>
        <p:spPr>
          <a:xfrm>
            <a:off x="3760652" y="6002953"/>
            <a:ext cx="531467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10526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>
            <a:off x="214884" y="211836"/>
            <a:ext cx="27687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CollisionUpdate.cpp</a:t>
            </a:r>
            <a:endParaRPr kumimoji="1" lang="ja-JP" altLang="en-US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12" name="図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884" y="699701"/>
            <a:ext cx="6668516" cy="6044318"/>
          </a:xfrm>
          <a:prstGeom prst="rect">
            <a:avLst/>
          </a:prstGeom>
        </p:spPr>
      </p:pic>
      <p:sp>
        <p:nvSpPr>
          <p:cNvPr id="14" name="テキスト ボックス 13"/>
          <p:cNvSpPr txBox="1"/>
          <p:nvPr/>
        </p:nvSpPr>
        <p:spPr>
          <a:xfrm>
            <a:off x="6988331" y="791699"/>
            <a:ext cx="3613490" cy="13388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①敵の当たり判定用半径を決める</a:t>
            </a:r>
            <a:endParaRPr kumimoji="1"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>
              <a:lnSpc>
                <a:spcPct val="150000"/>
              </a:lnSpc>
            </a:pPr>
            <a:endParaRPr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>
              <a:lnSpc>
                <a:spcPct val="150000"/>
              </a:lnSpc>
            </a:pPr>
            <a:r>
              <a:rPr kumimoji="1"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②剣の線分を求める（始点と終点）</a:t>
            </a:r>
            <a:endParaRPr kumimoji="1"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675042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926" y="1131711"/>
            <a:ext cx="7569674" cy="2817364"/>
          </a:xfrm>
          <a:prstGeom prst="rect">
            <a:avLst/>
          </a:prstGeom>
        </p:spPr>
      </p:pic>
      <p:sp>
        <p:nvSpPr>
          <p:cNvPr id="5" name="テキスト ボックス 4"/>
          <p:cNvSpPr txBox="1"/>
          <p:nvPr/>
        </p:nvSpPr>
        <p:spPr>
          <a:xfrm>
            <a:off x="151926" y="402336"/>
            <a:ext cx="641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続き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0" y="4309119"/>
            <a:ext cx="1175995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③敵の中心から剣の線分までの最短距離を求める</a:t>
            </a:r>
            <a:endParaRPr kumimoji="1"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2D_function.cpp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にある、</a:t>
            </a:r>
            <a:r>
              <a:rPr lang="en-US" altLang="ja-JP" dirty="0" err="1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Position_Closest_Linet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関数を使う。簡単に説明すると、円の中止から線分に対して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kumimoji="1"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垂線を下した時の線分の位置を返す関数。内積を使って求める事ができる。</a:t>
            </a:r>
            <a:endParaRPr kumimoji="1"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068125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/>
          <p:cNvSpPr txBox="1"/>
          <p:nvPr/>
        </p:nvSpPr>
        <p:spPr>
          <a:xfrm>
            <a:off x="285326" y="313436"/>
            <a:ext cx="641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続き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8" name="テキスト ボックス 7"/>
          <p:cNvSpPr txBox="1"/>
          <p:nvPr/>
        </p:nvSpPr>
        <p:spPr>
          <a:xfrm>
            <a:off x="285326" y="5390775"/>
            <a:ext cx="43957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④その距離が半径以内なら当たっている。</a:t>
            </a:r>
            <a:endParaRPr kumimoji="1"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9" name="図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326" y="866544"/>
            <a:ext cx="7865507" cy="4340455"/>
          </a:xfrm>
          <a:prstGeom prst="rect">
            <a:avLst/>
          </a:prstGeom>
        </p:spPr>
      </p:pic>
      <p:sp>
        <p:nvSpPr>
          <p:cNvPr id="10" name="テキスト ボックス 9"/>
          <p:cNvSpPr txBox="1"/>
          <p:nvPr/>
        </p:nvSpPr>
        <p:spPr>
          <a:xfrm>
            <a:off x="285326" y="5943883"/>
            <a:ext cx="5700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剣で敵を攻撃すると、敵もノックバックするようになる。</a:t>
            </a:r>
            <a:endParaRPr kumimoji="1"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275952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10B2353B67B43842908B5E790F99ACAA" ma:contentTypeVersion="10" ma:contentTypeDescription="新しいドキュメントを作成します。" ma:contentTypeScope="" ma:versionID="0c793fabaaa39499dbb7fc1588a62011">
  <xsd:schema xmlns:xsd="http://www.w3.org/2001/XMLSchema" xmlns:xs="http://www.w3.org/2001/XMLSchema" xmlns:p="http://schemas.microsoft.com/office/2006/metadata/properties" xmlns:ns2="46e6a606-a55d-407f-80ff-05921be47282" xmlns:ns3="da918011-11cc-488c-9be6-480b4eacdce1" targetNamespace="http://schemas.microsoft.com/office/2006/metadata/properties" ma:root="true" ma:fieldsID="d107aeb88f85be8fc5a4006438786d90" ns2:_="" ns3:_="">
    <xsd:import namespace="46e6a606-a55d-407f-80ff-05921be47282"/>
    <xsd:import namespace="da918011-11cc-488c-9be6-480b4eacdce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e6a606-a55d-407f-80ff-05921be4728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画像タグ" ma:readOnly="false" ma:fieldId="{5cf76f15-5ced-4ddc-b409-7134ff3c332f}" ma:taxonomyMulti="true" ma:sspId="03996ee2-cfb0-413c-86f6-256a65fd613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918011-11cc-488c-9be6-480b4eacdce1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e207242-549e-4445-8dd7-58d6b234bc56}" ma:internalName="TaxCatchAll" ma:showField="CatchAllData" ma:web="da918011-11cc-488c-9be6-480b4eacdce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a918011-11cc-488c-9be6-480b4eacdce1" xsi:nil="true"/>
    <lcf76f155ced4ddcb4097134ff3c332f xmlns="46e6a606-a55d-407f-80ff-05921be47282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99B2014C-05E0-4172-8609-E9C2EBAC3F00}"/>
</file>

<file path=customXml/itemProps2.xml><?xml version="1.0" encoding="utf-8"?>
<ds:datastoreItem xmlns:ds="http://schemas.openxmlformats.org/officeDocument/2006/customXml" ds:itemID="{B39AAE55-9C34-4655-BA89-B00B2D988575}"/>
</file>

<file path=customXml/itemProps3.xml><?xml version="1.0" encoding="utf-8"?>
<ds:datastoreItem xmlns:ds="http://schemas.openxmlformats.org/officeDocument/2006/customXml" ds:itemID="{17B9A842-FBEE-4D96-B9DE-9EA5D6CFECC6}"/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245</Words>
  <Application>Microsoft Office PowerPoint</Application>
  <PresentationFormat>ワイド画面</PresentationFormat>
  <Paragraphs>34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3" baseType="lpstr">
      <vt:lpstr>BIZ UDPゴシック</vt:lpstr>
      <vt:lpstr>游ゴシック</vt:lpstr>
      <vt:lpstr>游ゴシック Light</vt:lpstr>
      <vt:lpstr>Arial</vt:lpstr>
      <vt:lpstr>Office テーマ</vt:lpstr>
      <vt:lpstr>敵の判定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敵のダメージ判定</dc:title>
  <dc:creator>event</dc:creator>
  <cp:lastModifiedBy>脇坂慎也</cp:lastModifiedBy>
  <cp:revision>6</cp:revision>
  <dcterms:created xsi:type="dcterms:W3CDTF">2026-08-25T08:16:51Z</dcterms:created>
  <dcterms:modified xsi:type="dcterms:W3CDTF">2026-09-07T23:49:49Z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0x01010010B2353B67B43842908B5E790F99ACAA</vt:lpwstr>
  </property>
</Properties>
</file>
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5457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990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118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4330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318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65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577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68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4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825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158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B399F-0DAE-4905-B2DB-2B2E67815F24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52B2C-CDC2-45B1-8EC1-EC8ABB81F527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486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攻撃</a:t>
            </a:r>
            <a:r>
              <a:rPr lang="ja-JP" altLang="en-US" dirty="0"/>
              <a:t>処理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261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0480" y="356460"/>
            <a:ext cx="7305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攻撃処理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を同期する。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出来る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だけ攻撃したら、他のプレイヤーでもすぐに反応するようにする。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0479" y="1376765"/>
            <a:ext cx="11692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向きの情報を送信する。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現在、プレイヤーは位置の情報だけになっているので、向きの情報を送り、プレイヤーの向きを移動方向に合わせる。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0479" y="2970508"/>
            <a:ext cx="11574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今後、オリジナル要素を加える事になるので、練習として、いきなり次のページにいかずに、プログラムを追加して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全てのプレイヤーの向きを合わせてみましょう。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243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2" y="3562010"/>
            <a:ext cx="6458851" cy="312463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62" y="1259892"/>
            <a:ext cx="6020640" cy="202910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498027" y="358929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33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r="31675" b="4698"/>
          <a:stretch/>
        </p:blipFill>
        <p:spPr>
          <a:xfrm>
            <a:off x="6180402" y="1569493"/>
            <a:ext cx="5874950" cy="398815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0" y="1540278"/>
            <a:ext cx="5885091" cy="4017367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498027" y="358929"/>
            <a:ext cx="3821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サーバーの送信と受信に処理を追加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位置情報を送受信する。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008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04" y="1022047"/>
            <a:ext cx="9419377" cy="536533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7704" y="467207"/>
            <a:ext cx="344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クライアント側の送信処理に追加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357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7" y="165662"/>
            <a:ext cx="7777352" cy="6661508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6089046" y="2850085"/>
            <a:ext cx="59570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クライアント側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CNetPlayer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のアクション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007841" y="5519152"/>
            <a:ext cx="4038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ここまでで、実行すると、移動方向を向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くようになる。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047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20658" y="719336"/>
            <a:ext cx="10217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攻撃したというイベントをネットワークで通信する為にカウンターを用意して、攻撃した事を知らせる。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20658" y="1225567"/>
            <a:ext cx="2457724" cy="500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A】</a:t>
            </a: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ボタン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attackCount++</a:t>
            </a: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 = 11</a:t>
            </a: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サーバーへ送信／受信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他プレイヤーへ送信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他プレイヤー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293115" y="1225567"/>
            <a:ext cx="3020379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他プレイヤー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前回 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 = 10</a:t>
            </a:r>
          </a:p>
          <a:p>
            <a:pPr>
              <a:lnSpc>
                <a:spcPct val="150000"/>
              </a:lnSpc>
            </a:pP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 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 = 11</a:t>
            </a: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「プレイヤー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が攻撃した！」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攻撃アニメーション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弾の生成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攻撃エフェクト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の処理を実行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728227" y="1321101"/>
            <a:ext cx="535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は、攻撃イベントを確実に伝える為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の連番（カウンター）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457319" y="2887560"/>
            <a:ext cx="5623655" cy="1683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true/false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フラグで使わないのは、今回の送信は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フレーム毎にしているので、攻撃したというイベント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を逃す可能性がある。そこで、カウンターを利用して確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実に攻撃をしたイベントを受け取れるようにする。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37123" y="120773"/>
            <a:ext cx="231986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4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攻撃処理と同期</a:t>
            </a:r>
            <a:endParaRPr lang="en-US" altLang="ja-JP" sz="24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172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49" y="982486"/>
            <a:ext cx="5488629" cy="471444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62249" y="450338"/>
            <a:ext cx="317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クラスに変数を追加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112" y="982486"/>
            <a:ext cx="5742840" cy="4252243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5982112" y="450338"/>
            <a:ext cx="363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クラスに変数を追加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03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48" y="1224295"/>
            <a:ext cx="8810006" cy="2571109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62248" y="697325"/>
            <a:ext cx="7300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CPlayer::Action(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で攻撃をしたときに、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を加算する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62248" y="84074"/>
            <a:ext cx="10046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サーバー／クライアント側の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CPlayer::Action(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で攻撃をしたときに、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を加算する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2248" y="3953042"/>
            <a:ext cx="5910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CNet_Player::Action(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で向きが確定した後に追加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0" y="4322374"/>
            <a:ext cx="8791211" cy="22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3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b="56143"/>
          <a:stretch/>
        </p:blipFill>
        <p:spPr>
          <a:xfrm>
            <a:off x="148600" y="743801"/>
            <a:ext cx="5788176" cy="2594862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48600" y="191031"/>
            <a:ext cx="315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attackCount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の送受信準備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t="44667" b="-18853"/>
          <a:stretch/>
        </p:blipFill>
        <p:spPr>
          <a:xfrm>
            <a:off x="148600" y="3522102"/>
            <a:ext cx="5788176" cy="4389378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6306016" y="1030339"/>
            <a:ext cx="40094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PlayerSendData</a:t>
            </a:r>
          </a:p>
          <a:p>
            <a:pPr>
              <a:lnSpc>
                <a:spcPct val="200000"/>
              </a:lnSpc>
            </a:pP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PlayerData</a:t>
            </a:r>
          </a:p>
          <a:p>
            <a:pPr>
              <a:lnSpc>
                <a:spcPct val="20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に攻撃カウンタ処理用のに変数を追加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4440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27334" y="223284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::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SendAll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 )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4" y="788627"/>
            <a:ext cx="9440313" cy="45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2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48600" y="105971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::Receive( )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00" y="751433"/>
            <a:ext cx="9229316" cy="471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42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48600" y="105971"/>
            <a:ext cx="452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クライアントの送信処理にプログラムを追加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CClient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::Send( )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00" y="932288"/>
            <a:ext cx="9547612" cy="51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72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8DDE463-CF98-4249-8CDE-23D06EDE3A06}"/>
</file>

<file path=customXml/itemProps2.xml><?xml version="1.0" encoding="utf-8"?>
<ds:datastoreItem xmlns:ds="http://schemas.openxmlformats.org/officeDocument/2006/customXml" ds:itemID="{E276D8C9-52F5-47D5-BF62-FC888B36B081}"/>
</file>

<file path=customXml/itemProps3.xml><?xml version="1.0" encoding="utf-8"?>
<ds:datastoreItem xmlns:ds="http://schemas.openxmlformats.org/officeDocument/2006/customXml" ds:itemID="{3466E96F-CCA8-483A-8FF4-B77EDAA8BC14}"/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302</Words>
  <Application>Microsoft Office PowerPoint</Application>
  <PresentationFormat>ワイド画面</PresentationFormat>
  <Paragraphs>61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UDPゴシック</vt:lpstr>
      <vt:lpstr>游ゴシック</vt:lpstr>
      <vt:lpstr>游ゴシック Light</vt:lpstr>
      <vt:lpstr>Arial</vt:lpstr>
      <vt:lpstr>Office テーマ</vt:lpstr>
      <vt:lpstr>攻撃処理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攻撃処理</dc:title>
  <dc:creator>event</dc:creator>
  <cp:lastModifiedBy>event</cp:lastModifiedBy>
  <cp:revision>19</cp:revision>
  <dcterms:created xsi:type="dcterms:W3CDTF">2026-09-07T03:59:48Z</dcterms:created>
  <dcterms:modified xsi:type="dcterms:W3CDTF">2026-09-08T05:25:59Z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
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2" r:id="rId8"/>
    <p:sldId id="261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066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0311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7864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15277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6131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491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9309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1282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6523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480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3570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282B2-5F81-422D-81AA-483E972E45A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FBF84-6E62-4980-9641-32C751CD0409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393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プレイヤーの追加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60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72740" y="330200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40" y="914187"/>
            <a:ext cx="5943912" cy="406421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6419852" y="1409487"/>
            <a:ext cx="52533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CMap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は、現在のマップ情報などを利用する為に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使用する。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マップ上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の壁判定などにも利用。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1095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69083" y="227497"/>
            <a:ext cx="3605474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Resource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player_img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83" y="1564881"/>
            <a:ext cx="3832697" cy="4167013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169083" y="1110488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Resource.h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139" y="1564881"/>
            <a:ext cx="6234494" cy="5005004"/>
          </a:xfrm>
          <a:prstGeom prst="rect">
            <a:avLst/>
          </a:prstGeom>
        </p:spPr>
      </p:pic>
      <p:sp>
        <p:nvSpPr>
          <p:cNvPr id="10" name="テキスト ボックス 9"/>
          <p:cNvSpPr txBox="1"/>
          <p:nvPr/>
        </p:nvSpPr>
        <p:spPr>
          <a:xfrm>
            <a:off x="5206139" y="1110488"/>
            <a:ext cx="2616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Resource.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ｃｐｐに追加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59558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72740" y="266700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40" y="1037939"/>
            <a:ext cx="5639093" cy="5510932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2844800" y="3340100"/>
            <a:ext cx="1498600" cy="596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248400" y="2635250"/>
            <a:ext cx="562846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function2D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HitCheck_Box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関数などを利用する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場合、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ImgWidth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ImgHeight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を設定しておく必要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がある。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2" name="直線矢印コネクタ 11"/>
          <p:cNvCxnSpPr>
            <a:stCxn id="9" idx="1"/>
          </p:cNvCxnSpPr>
          <p:nvPr/>
        </p:nvCxnSpPr>
        <p:spPr>
          <a:xfrm flipH="1">
            <a:off x="4343400" y="3096915"/>
            <a:ext cx="1905000" cy="2431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正方形/長方形 13"/>
          <p:cNvSpPr/>
          <p:nvPr/>
        </p:nvSpPr>
        <p:spPr>
          <a:xfrm>
            <a:off x="838200" y="5029200"/>
            <a:ext cx="1739900" cy="635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6057900" y="5029744"/>
            <a:ext cx="56653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シーンから、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CMap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オブジェクトのアドレスを受け取る。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6" name="直線矢印コネクタ 15"/>
          <p:cNvCxnSpPr>
            <a:stCxn id="15" idx="1"/>
          </p:cNvCxnSpPr>
          <p:nvPr/>
        </p:nvCxnSpPr>
        <p:spPr>
          <a:xfrm flipH="1">
            <a:off x="2578100" y="5214410"/>
            <a:ext cx="3479800" cy="1937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907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72740" y="266700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/>
          <a:srcRect b="72161"/>
          <a:stretch/>
        </p:blipFill>
        <p:spPr>
          <a:xfrm>
            <a:off x="272739" y="1031109"/>
            <a:ext cx="10097147" cy="3054858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272739" y="4201686"/>
            <a:ext cx="89691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今回の移動処理は、方向を重視して、実際に移動する場合に、移動ベクトルを計算する。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まず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、キー入力でどの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方向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に移動するかを求める。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2739" y="5240735"/>
            <a:ext cx="23727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例）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右の場合移動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b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vec{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１．０ｆ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, 0.0f}</a:t>
            </a: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左下の場合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vec{-1.0f , 1.0f}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6439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72740" y="266700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/>
          <a:srcRect l="-2455" t="28377" r="9339" b="-3606"/>
          <a:stretch/>
        </p:blipFill>
        <p:spPr>
          <a:xfrm>
            <a:off x="-101600" y="736600"/>
            <a:ext cx="6870700" cy="6032500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6876739" y="1318786"/>
            <a:ext cx="49920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移動している場合、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map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クラスの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CanMove( )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を呼び出して、移動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できる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かチェックする。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7538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224852" y="389758"/>
            <a:ext cx="3542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map.cpp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CanMove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メソッド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2" y="1217260"/>
            <a:ext cx="4648737" cy="4659805"/>
          </a:xfrm>
          <a:prstGeom prst="rect">
            <a:avLst/>
          </a:prstGeom>
        </p:spPr>
      </p:pic>
      <p:sp>
        <p:nvSpPr>
          <p:cNvPr id="2" name="正方形/長方形 1"/>
          <p:cNvSpPr/>
          <p:nvPr/>
        </p:nvSpPr>
        <p:spPr>
          <a:xfrm>
            <a:off x="1765300" y="2133600"/>
            <a:ext cx="914400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092700" y="1309079"/>
            <a:ext cx="6184754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オブジェクトの中心座標と横幅と縦幅から、オブジェクトの４隅の座標（青い円）を求めて、それぞれの座標の位置の配列要素が、壁かどうかを判定する。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楕円 2"/>
          <p:cNvSpPr/>
          <p:nvPr/>
        </p:nvSpPr>
        <p:spPr>
          <a:xfrm>
            <a:off x="1705662" y="2078380"/>
            <a:ext cx="110438" cy="110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楕円 9"/>
          <p:cNvSpPr/>
          <p:nvPr/>
        </p:nvSpPr>
        <p:spPr>
          <a:xfrm>
            <a:off x="2623598" y="2078380"/>
            <a:ext cx="110438" cy="110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楕円 10"/>
          <p:cNvSpPr/>
          <p:nvPr/>
        </p:nvSpPr>
        <p:spPr>
          <a:xfrm>
            <a:off x="1705662" y="2992782"/>
            <a:ext cx="110438" cy="110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楕円 11"/>
          <p:cNvSpPr/>
          <p:nvPr/>
        </p:nvSpPr>
        <p:spPr>
          <a:xfrm>
            <a:off x="2623598" y="2992781"/>
            <a:ext cx="110438" cy="110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637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b="-13742"/>
          <a:stretch/>
        </p:blipFill>
        <p:spPr>
          <a:xfrm>
            <a:off x="301053" y="109115"/>
            <a:ext cx="8946816" cy="747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87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78476" y="3144190"/>
            <a:ext cx="3143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でプレイヤー生成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8127" y="60767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の描画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76" y="430099"/>
            <a:ext cx="7251933" cy="1816051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2324824" y="2268009"/>
            <a:ext cx="764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カメラ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の位置を考慮する必要があるので、描画位置からカメラ座標を引く。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76" y="3535381"/>
            <a:ext cx="5668166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2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57D868A-8D8A-4861-9B2E-893F7FA7AE2B}"/>
</file>

<file path=customXml/itemProps2.xml><?xml version="1.0" encoding="utf-8"?>
<ds:datastoreItem xmlns:ds="http://schemas.openxmlformats.org/officeDocument/2006/customXml" ds:itemID="{412A20CA-26E4-4676-ACF1-05FB81690C48}"/>
</file>

<file path=customXml/itemProps3.xml><?xml version="1.0" encoding="utf-8"?>
<ds:datastoreItem xmlns:ds="http://schemas.openxmlformats.org/officeDocument/2006/customXml" ds:itemID="{78EF3D05-1F47-4FB7-91FD-EDA624446029}"/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235</Words>
  <Application>Microsoft Office PowerPoint</Application>
  <PresentationFormat>ワイド画面</PresentationFormat>
  <Paragraphs>32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BIZ UDPゴシック</vt:lpstr>
      <vt:lpstr>游ゴシック</vt:lpstr>
      <vt:lpstr>游ゴシック Light</vt:lpstr>
      <vt:lpstr>Arial</vt:lpstr>
      <vt:lpstr>Office テーマ</vt:lpstr>
      <vt:lpstr>プレイヤーの追加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プレイヤーの追加</dc:title>
  <dc:creator>脇坂慎也</dc:creator>
  <cp:lastModifiedBy>脇坂慎也</cp:lastModifiedBy>
  <cp:revision>11</cp:revision>
  <dcterms:created xsi:type="dcterms:W3CDTF">2026-08-24T05:53:01Z</dcterms:created>
  <dcterms:modified xsi:type="dcterms:W3CDTF">2026-09-07T03:05:22Z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
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1902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716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753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4810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10041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734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8238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509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4175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02620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8430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5C749-FBB9-499C-8DF3-E1C2EB9E700B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A0C6C-3D18-4C7C-B1EC-C554FD27C6C4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092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スポーン処理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敵のスポーン処理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6396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13899" y="341194"/>
            <a:ext cx="777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程度プレイヤーが近づいたら敵がスポーンするオブジェクトを作成する。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3899" y="758714"/>
            <a:ext cx="5309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『spawnPoint.h』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『spawnPoint.cpp』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を作成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13899" y="1305734"/>
            <a:ext cx="190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spawnPoint.h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99" y="1725866"/>
            <a:ext cx="6020795" cy="5030534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6448994" y="1725866"/>
            <a:ext cx="501611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スポーンの条件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出現した敵が生存していたら追加スポーン不可。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プレイヤーが一定距離近づいたらスポーンする。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スポーンから出現する敵の種類は固定。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0479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13899" y="226894"/>
            <a:ext cx="8042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スポーンポイントは、オブジェクトとして生成する。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オンラインになった場合、画面外でも生成処理をする必要が出てくるため。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313899" y="1039084"/>
            <a:ext cx="5048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CM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クラスの</a:t>
            </a:r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『Map_Create( )』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を利用する。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map.cpp</a:t>
            </a:r>
            <a:r>
              <a:rPr kumimoji="1"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spawnPoint.h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をインクルード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99" y="2936228"/>
            <a:ext cx="9558034" cy="3856305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99" y="1808422"/>
            <a:ext cx="3715675" cy="555216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/>
        </p:nvSpPr>
        <p:spPr>
          <a:xfrm>
            <a:off x="229058" y="2486645"/>
            <a:ext cx="3760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Map_Create(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でスポナーを生成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/>
          <p:cNvSpPr/>
          <p:nvPr/>
        </p:nvSpPr>
        <p:spPr>
          <a:xfrm>
            <a:off x="1604513" y="4054415"/>
            <a:ext cx="8126083" cy="17597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4522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313899" y="226894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spawnPoint.cpp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99" y="866550"/>
            <a:ext cx="6930196" cy="4073750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313899" y="5210624"/>
            <a:ext cx="9544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引数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Point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は、左上隅の座標になるので、オブジェクトの中心になるように座標を修正する。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0243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9" y="369332"/>
            <a:ext cx="7636301" cy="631184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453599" y="0"/>
            <a:ext cx="222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spawnPoint.cpp</a:t>
            </a:r>
            <a:endParaRPr kumimoji="1"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952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7800" y="127000"/>
            <a:ext cx="483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ゲームシーンでマップオブジェクトを生成する。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77800" y="5212054"/>
            <a:ext cx="834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現在の敵の出現処理をコメントアウトして、マップの特殊ブロック生成を呼び出す。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77800" y="5581386"/>
            <a:ext cx="39372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ここまでで、実行して確認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スポナーに近づくと敵が生成される。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7800" y="6273883"/>
            <a:ext cx="796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 smtClea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次に、敵が倒されるとそのスポナーをスポーン可能状態にする処理を追加。</a:t>
            </a:r>
            <a:endParaRPr lang="en-US" altLang="ja-JP" b="1" dirty="0" smtClea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542498"/>
            <a:ext cx="8741702" cy="466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3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77800" y="208254"/>
            <a:ext cx="10968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敵をスポーンする時に、そのスポーンオブジェクトの情報を取得しておき、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HP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が０になったら、そのスポーン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オブジェクト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をスポーン可能にする。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150665"/>
            <a:ext cx="6220140" cy="5367168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6397940" y="1150665"/>
            <a:ext cx="54328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ヘッダ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ポインタ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して使うだけ</a:t>
            </a:r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なので前方宣言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で問題ない。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ただし、実際にメンバへアクセスする場合は、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本体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include</a:t>
            </a:r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する必要がある。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365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177800" y="208254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octrock.cpp</a:t>
            </a: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577586"/>
            <a:ext cx="8029579" cy="60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4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3" y="550476"/>
            <a:ext cx="5528981" cy="2060670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242633" y="90572"/>
            <a:ext cx="4639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敵が倒れた時に、対象スポーンの状態を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変更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3" y="3161622"/>
            <a:ext cx="8965490" cy="2452823"/>
          </a:xfrm>
          <a:prstGeom prst="rect">
            <a:avLst/>
          </a:prstGeom>
        </p:spPr>
      </p:pic>
      <p:sp>
        <p:nvSpPr>
          <p:cNvPr id="9" name="テキスト ボックス 8"/>
          <p:cNvSpPr txBox="1"/>
          <p:nvPr/>
        </p:nvSpPr>
        <p:spPr>
          <a:xfrm>
            <a:off x="242633" y="2792290"/>
            <a:ext cx="6309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スポーンポイントで、敵を生成する時に、そのスポーンを渡す。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42633" y="5929355"/>
            <a:ext cx="4764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実行して確認。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敵を倒すと、次の敵が現れるようになります。</a:t>
            </a:r>
            <a:endParaRPr lang="en-US" altLang="ja-JP" b="1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5739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2ABA9CB-D2D6-4A20-99F7-A2701FCE4B78}"/>
</file>

<file path=customXml/itemProps2.xml><?xml version="1.0" encoding="utf-8"?>
<ds:datastoreItem xmlns:ds="http://schemas.openxmlformats.org/officeDocument/2006/customXml" ds:itemID="{BC771337-43B5-4C1B-9C11-EEDD504D9B8B}"/>
</file>

<file path=customXml/itemProps3.xml><?xml version="1.0" encoding="utf-8"?>
<ds:datastoreItem xmlns:ds="http://schemas.openxmlformats.org/officeDocument/2006/customXml" ds:itemID="{F63ACD1F-FC25-442A-A4D0-E70285972380}"/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318</Words>
  <Application>Microsoft Office PowerPoint</Application>
  <PresentationFormat>ワイド画面</PresentationFormat>
  <Paragraphs>40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BIZ UDPゴシック</vt:lpstr>
      <vt:lpstr>游ゴシック</vt:lpstr>
      <vt:lpstr>游ゴシック Light</vt:lpstr>
      <vt:lpstr>Arial</vt:lpstr>
      <vt:lpstr>Office テーマ</vt:lpstr>
      <vt:lpstr>スポーン処理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スポーン処理</dc:title>
  <dc:creator>event</dc:creator>
  <cp:lastModifiedBy>脇坂慎也</cp:lastModifiedBy>
  <cp:revision>12</cp:revision>
  <dcterms:created xsi:type="dcterms:W3CDTF">2026-08-27T07:44:30Z</dcterms:created>
  <dcterms:modified xsi:type="dcterms:W3CDTF">2026-09-07T03:23:28Z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